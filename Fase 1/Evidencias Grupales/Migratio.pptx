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2" r:id="rId10"/>
    <p:sldId id="271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5143500" type="screen16x9"/>
  <p:notesSz cx="6858000" cy="9144000"/>
  <p:embeddedFontLst>
    <p:embeddedFont>
      <p:font typeface="Catamaran" pitchFamily="2" charset="77"/>
      <p:regular r:id="rId20"/>
      <p:bold r:id="rId21"/>
    </p:embeddedFont>
    <p:embeddedFont>
      <p:font typeface="Montserrat" pitchFamily="2" charset="77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80" roundtripDataSignature="AMtx7miIuZVmGNcIW554/TQ3hyiMXoZo8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58DF2"/>
    <a:srgbClr val="6E96F4"/>
    <a:srgbClr val="B4BEF4"/>
    <a:srgbClr val="C1D1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A0E158F-D033-4F40-BFC4-25D454CA06A1}">
  <a:tblStyle styleId="{FA0E158F-D033-4F40-BFC4-25D454CA06A1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390"/>
    <p:restoredTop sz="94681"/>
  </p:normalViewPr>
  <p:slideViewPr>
    <p:cSldViewPr snapToGrid="0">
      <p:cViewPr varScale="1">
        <p:scale>
          <a:sx n="145" d="100"/>
          <a:sy n="145" d="100"/>
        </p:scale>
        <p:origin x="176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80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8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82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2" name="Google Shape;54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9" name="Google Shape;56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8" name="Google Shape;61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6" name="Google Shape;63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4" name="Google Shape;65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2" name="Google Shape;67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5" name="Google Shape;6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5B0054D4-E9A0-8B05-7715-2A09E0191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31B1C6B2-C393-074F-DD79-B9B95C9B92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3896BB48-F32E-EA53-F472-3389F60293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944074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5DC5B10F-8DAD-35C9-9FBA-C8ACDC37E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EEF4342B-611B-9D5D-01BC-CCD8972584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5B7C446B-9434-F815-E794-28D13A13AE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684615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6" name="Google Shape;71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7" name="Google Shape;72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0" name="Google Shape;74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9" name="Google Shape;76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1" name="Google Shape;78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2" name="Google Shape;792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4" name="Google Shape;804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58"/>
          <p:cNvSpPr/>
          <p:nvPr/>
        </p:nvSpPr>
        <p:spPr>
          <a:xfrm>
            <a:off x="0" y="-14500"/>
            <a:ext cx="9144000" cy="3249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58"/>
          <p:cNvSpPr>
            <a:spLocks noGrp="1"/>
          </p:cNvSpPr>
          <p:nvPr>
            <p:ph type="pic" idx="2"/>
          </p:nvPr>
        </p:nvSpPr>
        <p:spPr>
          <a:xfrm>
            <a:off x="215600" y="3407839"/>
            <a:ext cx="1564500" cy="1564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1" name="Google Shape;11;p58"/>
          <p:cNvSpPr>
            <a:spLocks noGrp="1"/>
          </p:cNvSpPr>
          <p:nvPr>
            <p:ph type="pic" idx="3"/>
          </p:nvPr>
        </p:nvSpPr>
        <p:spPr>
          <a:xfrm>
            <a:off x="2002641" y="3407839"/>
            <a:ext cx="1564500" cy="1564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2" name="Google Shape;12;p58"/>
          <p:cNvSpPr>
            <a:spLocks noGrp="1"/>
          </p:cNvSpPr>
          <p:nvPr>
            <p:ph type="pic" idx="4"/>
          </p:nvPr>
        </p:nvSpPr>
        <p:spPr>
          <a:xfrm>
            <a:off x="3789683" y="3407839"/>
            <a:ext cx="1564500" cy="1564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3" name="Google Shape;13;p58"/>
          <p:cNvSpPr>
            <a:spLocks noGrp="1"/>
          </p:cNvSpPr>
          <p:nvPr>
            <p:ph type="pic" idx="5"/>
          </p:nvPr>
        </p:nvSpPr>
        <p:spPr>
          <a:xfrm>
            <a:off x="5576724" y="3407839"/>
            <a:ext cx="1564500" cy="1564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4" name="Google Shape;14;p58"/>
          <p:cNvSpPr>
            <a:spLocks noGrp="1"/>
          </p:cNvSpPr>
          <p:nvPr>
            <p:ph type="pic" idx="6"/>
          </p:nvPr>
        </p:nvSpPr>
        <p:spPr>
          <a:xfrm flipH="1">
            <a:off x="7363766" y="3407839"/>
            <a:ext cx="1564500" cy="1564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5" name="Google Shape;15;p58"/>
          <p:cNvSpPr txBox="1">
            <a:spLocks noGrp="1"/>
          </p:cNvSpPr>
          <p:nvPr>
            <p:ph type="ctrTitle"/>
          </p:nvPr>
        </p:nvSpPr>
        <p:spPr>
          <a:xfrm>
            <a:off x="2009550" y="539500"/>
            <a:ext cx="5124900" cy="10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500">
                <a:latin typeface="Catamaran"/>
                <a:ea typeface="Catamaran"/>
                <a:cs typeface="Catamaran"/>
                <a:sym typeface="Catamara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6" name="Google Shape;16;p58"/>
          <p:cNvSpPr txBox="1">
            <a:spLocks noGrp="1"/>
          </p:cNvSpPr>
          <p:nvPr>
            <p:ph type="subTitle" idx="1"/>
          </p:nvPr>
        </p:nvSpPr>
        <p:spPr>
          <a:xfrm>
            <a:off x="3357450" y="2221600"/>
            <a:ext cx="24291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7" name="Google Shape;17;p58"/>
          <p:cNvSpPr txBox="1">
            <a:spLocks noGrp="1"/>
          </p:cNvSpPr>
          <p:nvPr>
            <p:ph type="ctrTitle" idx="7"/>
          </p:nvPr>
        </p:nvSpPr>
        <p:spPr>
          <a:xfrm>
            <a:off x="3357450" y="1573300"/>
            <a:ext cx="2429100" cy="4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000">
                <a:latin typeface="Catamaran"/>
                <a:ea typeface="Catamaran"/>
                <a:cs typeface="Catamaran"/>
                <a:sym typeface="Catamara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58"/>
          <p:cNvSpPr txBox="1">
            <a:spLocks noGrp="1"/>
          </p:cNvSpPr>
          <p:nvPr>
            <p:ph type="title" idx="8"/>
          </p:nvPr>
        </p:nvSpPr>
        <p:spPr>
          <a:xfrm>
            <a:off x="3607350" y="120050"/>
            <a:ext cx="1929300" cy="2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58"/>
          <p:cNvSpPr/>
          <p:nvPr/>
        </p:nvSpPr>
        <p:spPr>
          <a:xfrm>
            <a:off x="7778538" y="173300"/>
            <a:ext cx="344400" cy="1206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58"/>
          <p:cNvSpPr/>
          <p:nvPr/>
        </p:nvSpPr>
        <p:spPr>
          <a:xfrm>
            <a:off x="7778538" y="173300"/>
            <a:ext cx="313800" cy="1206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" name="Google Shape;21;p58"/>
          <p:cNvCxnSpPr/>
          <p:nvPr/>
        </p:nvCxnSpPr>
        <p:spPr>
          <a:xfrm>
            <a:off x="-9400" y="478275"/>
            <a:ext cx="9155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22" name="Google Shape;22;p58"/>
          <p:cNvGrpSpPr/>
          <p:nvPr/>
        </p:nvGrpSpPr>
        <p:grpSpPr>
          <a:xfrm>
            <a:off x="564653" y="130177"/>
            <a:ext cx="313789" cy="206842"/>
            <a:chOff x="-792975" y="1911550"/>
            <a:chExt cx="500700" cy="388800"/>
          </a:xfrm>
        </p:grpSpPr>
        <p:sp>
          <p:nvSpPr>
            <p:cNvPr id="23" name="Google Shape;23;p58"/>
            <p:cNvSpPr/>
            <p:nvPr/>
          </p:nvSpPr>
          <p:spPr>
            <a:xfrm>
              <a:off x="-658275" y="2006500"/>
              <a:ext cx="96600" cy="2934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58"/>
            <p:cNvSpPr/>
            <p:nvPr/>
          </p:nvSpPr>
          <p:spPr>
            <a:xfrm>
              <a:off x="-523575" y="2103175"/>
              <a:ext cx="96600" cy="1971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58"/>
            <p:cNvSpPr/>
            <p:nvPr/>
          </p:nvSpPr>
          <p:spPr>
            <a:xfrm>
              <a:off x="-388875" y="2191825"/>
              <a:ext cx="96600" cy="1083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58"/>
            <p:cNvSpPr/>
            <p:nvPr/>
          </p:nvSpPr>
          <p:spPr>
            <a:xfrm>
              <a:off x="-792975" y="1911550"/>
              <a:ext cx="96600" cy="3888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able of contents">
  <p:cSld name="BLANK_1_2_1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9"/>
          <p:cNvSpPr/>
          <p:nvPr/>
        </p:nvSpPr>
        <p:spPr>
          <a:xfrm>
            <a:off x="0" y="0"/>
            <a:ext cx="9155700" cy="1305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59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9"/>
          <p:cNvSpPr txBox="1">
            <a:spLocks noGrp="1"/>
          </p:cNvSpPr>
          <p:nvPr>
            <p:ph type="title" idx="2"/>
          </p:nvPr>
        </p:nvSpPr>
        <p:spPr>
          <a:xfrm>
            <a:off x="717525" y="1924200"/>
            <a:ext cx="1817400" cy="6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1" name="Google Shape;31;p59"/>
          <p:cNvSpPr txBox="1">
            <a:spLocks noGrp="1"/>
          </p:cNvSpPr>
          <p:nvPr>
            <p:ph type="subTitle" idx="1"/>
          </p:nvPr>
        </p:nvSpPr>
        <p:spPr>
          <a:xfrm>
            <a:off x="716175" y="2747525"/>
            <a:ext cx="1820100" cy="9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59"/>
          <p:cNvSpPr txBox="1">
            <a:spLocks noGrp="1"/>
          </p:cNvSpPr>
          <p:nvPr>
            <p:ph type="subTitle" idx="3"/>
          </p:nvPr>
        </p:nvSpPr>
        <p:spPr>
          <a:xfrm>
            <a:off x="793201" y="3679672"/>
            <a:ext cx="1665900" cy="8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9"/>
          <p:cNvSpPr txBox="1">
            <a:spLocks noGrp="1"/>
          </p:cNvSpPr>
          <p:nvPr>
            <p:ph type="title" idx="4"/>
          </p:nvPr>
        </p:nvSpPr>
        <p:spPr>
          <a:xfrm>
            <a:off x="2684465" y="1924200"/>
            <a:ext cx="1817100" cy="6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4" name="Google Shape;34;p59"/>
          <p:cNvSpPr txBox="1">
            <a:spLocks noGrp="1"/>
          </p:cNvSpPr>
          <p:nvPr>
            <p:ph type="subTitle" idx="5"/>
          </p:nvPr>
        </p:nvSpPr>
        <p:spPr>
          <a:xfrm>
            <a:off x="2684465" y="2747525"/>
            <a:ext cx="1817100" cy="9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59"/>
          <p:cNvSpPr txBox="1">
            <a:spLocks noGrp="1"/>
          </p:cNvSpPr>
          <p:nvPr>
            <p:ph type="subTitle" idx="6"/>
          </p:nvPr>
        </p:nvSpPr>
        <p:spPr>
          <a:xfrm>
            <a:off x="2760065" y="3679672"/>
            <a:ext cx="1665900" cy="8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9"/>
          <p:cNvSpPr txBox="1">
            <a:spLocks noGrp="1"/>
          </p:cNvSpPr>
          <p:nvPr>
            <p:ph type="title" idx="7"/>
          </p:nvPr>
        </p:nvSpPr>
        <p:spPr>
          <a:xfrm>
            <a:off x="4650504" y="1924200"/>
            <a:ext cx="1817100" cy="6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7" name="Google Shape;37;p59"/>
          <p:cNvSpPr txBox="1">
            <a:spLocks noGrp="1"/>
          </p:cNvSpPr>
          <p:nvPr>
            <p:ph type="subTitle" idx="8"/>
          </p:nvPr>
        </p:nvSpPr>
        <p:spPr>
          <a:xfrm>
            <a:off x="4650504" y="2747525"/>
            <a:ext cx="1817100" cy="9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59"/>
          <p:cNvSpPr txBox="1">
            <a:spLocks noGrp="1"/>
          </p:cNvSpPr>
          <p:nvPr>
            <p:ph type="subTitle" idx="9"/>
          </p:nvPr>
        </p:nvSpPr>
        <p:spPr>
          <a:xfrm>
            <a:off x="4728204" y="3679671"/>
            <a:ext cx="1661700" cy="8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9"/>
          <p:cNvSpPr txBox="1">
            <a:spLocks noGrp="1"/>
          </p:cNvSpPr>
          <p:nvPr>
            <p:ph type="title" idx="13"/>
          </p:nvPr>
        </p:nvSpPr>
        <p:spPr>
          <a:xfrm>
            <a:off x="6616551" y="1924200"/>
            <a:ext cx="1817100" cy="6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0" name="Google Shape;40;p59"/>
          <p:cNvSpPr txBox="1">
            <a:spLocks noGrp="1"/>
          </p:cNvSpPr>
          <p:nvPr>
            <p:ph type="subTitle" idx="14"/>
          </p:nvPr>
        </p:nvSpPr>
        <p:spPr>
          <a:xfrm>
            <a:off x="6616551" y="2747525"/>
            <a:ext cx="1817100" cy="9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59"/>
          <p:cNvSpPr txBox="1">
            <a:spLocks noGrp="1"/>
          </p:cNvSpPr>
          <p:nvPr>
            <p:ph type="subTitle" idx="15"/>
          </p:nvPr>
        </p:nvSpPr>
        <p:spPr>
          <a:xfrm>
            <a:off x="6692084" y="3679671"/>
            <a:ext cx="1665900" cy="8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42" name="Google Shape;42;p59"/>
          <p:cNvGrpSpPr/>
          <p:nvPr/>
        </p:nvGrpSpPr>
        <p:grpSpPr>
          <a:xfrm>
            <a:off x="564653" y="130177"/>
            <a:ext cx="313789" cy="206842"/>
            <a:chOff x="-792975" y="1911550"/>
            <a:chExt cx="500700" cy="388800"/>
          </a:xfrm>
        </p:grpSpPr>
        <p:sp>
          <p:nvSpPr>
            <p:cNvPr id="43" name="Google Shape;43;p59"/>
            <p:cNvSpPr/>
            <p:nvPr/>
          </p:nvSpPr>
          <p:spPr>
            <a:xfrm>
              <a:off x="-658275" y="2006500"/>
              <a:ext cx="96600" cy="2934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59"/>
            <p:cNvSpPr/>
            <p:nvPr/>
          </p:nvSpPr>
          <p:spPr>
            <a:xfrm>
              <a:off x="-523575" y="2103175"/>
              <a:ext cx="96600" cy="1971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59"/>
            <p:cNvSpPr/>
            <p:nvPr/>
          </p:nvSpPr>
          <p:spPr>
            <a:xfrm>
              <a:off x="-388875" y="2191825"/>
              <a:ext cx="96600" cy="1083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59"/>
            <p:cNvSpPr/>
            <p:nvPr/>
          </p:nvSpPr>
          <p:spPr>
            <a:xfrm>
              <a:off x="-792975" y="1911550"/>
              <a:ext cx="96600" cy="3888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" name="Google Shape;47;p59"/>
          <p:cNvSpPr/>
          <p:nvPr/>
        </p:nvSpPr>
        <p:spPr>
          <a:xfrm>
            <a:off x="7778538" y="173300"/>
            <a:ext cx="344400" cy="1206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59"/>
          <p:cNvSpPr/>
          <p:nvPr/>
        </p:nvSpPr>
        <p:spPr>
          <a:xfrm>
            <a:off x="7778538" y="173300"/>
            <a:ext cx="313800" cy="1206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" name="Google Shape;49;p59"/>
          <p:cNvCxnSpPr/>
          <p:nvPr/>
        </p:nvCxnSpPr>
        <p:spPr>
          <a:xfrm>
            <a:off x="-9400" y="478275"/>
            <a:ext cx="9155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text">
  <p:cSld name="CUSTOM_8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0"/>
          <p:cNvSpPr/>
          <p:nvPr/>
        </p:nvSpPr>
        <p:spPr>
          <a:xfrm>
            <a:off x="0" y="0"/>
            <a:ext cx="9155700" cy="130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" name="Google Shape;52;p60"/>
          <p:cNvGrpSpPr/>
          <p:nvPr/>
        </p:nvGrpSpPr>
        <p:grpSpPr>
          <a:xfrm>
            <a:off x="564653" y="130177"/>
            <a:ext cx="313789" cy="206842"/>
            <a:chOff x="-792975" y="1911550"/>
            <a:chExt cx="500700" cy="388800"/>
          </a:xfrm>
        </p:grpSpPr>
        <p:sp>
          <p:nvSpPr>
            <p:cNvPr id="53" name="Google Shape;53;p60"/>
            <p:cNvSpPr/>
            <p:nvPr/>
          </p:nvSpPr>
          <p:spPr>
            <a:xfrm>
              <a:off x="-658275" y="2006500"/>
              <a:ext cx="96600" cy="2934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60"/>
            <p:cNvSpPr/>
            <p:nvPr/>
          </p:nvSpPr>
          <p:spPr>
            <a:xfrm>
              <a:off x="-523575" y="2103175"/>
              <a:ext cx="96600" cy="1971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60"/>
            <p:cNvSpPr/>
            <p:nvPr/>
          </p:nvSpPr>
          <p:spPr>
            <a:xfrm>
              <a:off x="-388875" y="2191825"/>
              <a:ext cx="96600" cy="1083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60"/>
            <p:cNvSpPr/>
            <p:nvPr/>
          </p:nvSpPr>
          <p:spPr>
            <a:xfrm>
              <a:off x="-792975" y="1911550"/>
              <a:ext cx="96600" cy="3888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" name="Google Shape;57;p60"/>
          <p:cNvSpPr/>
          <p:nvPr/>
        </p:nvSpPr>
        <p:spPr>
          <a:xfrm>
            <a:off x="7778538" y="173300"/>
            <a:ext cx="344400" cy="1206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60"/>
          <p:cNvSpPr/>
          <p:nvPr/>
        </p:nvSpPr>
        <p:spPr>
          <a:xfrm>
            <a:off x="7778538" y="173300"/>
            <a:ext cx="313800" cy="1206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" name="Google Shape;59;p60"/>
          <p:cNvCxnSpPr/>
          <p:nvPr/>
        </p:nvCxnSpPr>
        <p:spPr>
          <a:xfrm>
            <a:off x="-9400" y="478275"/>
            <a:ext cx="9155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0" name="Google Shape;60;p60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1" name="Google Shape;61;p60"/>
          <p:cNvSpPr txBox="1">
            <a:spLocks noGrp="1"/>
          </p:cNvSpPr>
          <p:nvPr>
            <p:ph type="subTitle" idx="1"/>
          </p:nvPr>
        </p:nvSpPr>
        <p:spPr>
          <a:xfrm>
            <a:off x="1474775" y="2369050"/>
            <a:ext cx="2957700" cy="16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60"/>
          <p:cNvSpPr>
            <a:spLocks noGrp="1"/>
          </p:cNvSpPr>
          <p:nvPr>
            <p:ph type="pic" idx="2"/>
          </p:nvPr>
        </p:nvSpPr>
        <p:spPr>
          <a:xfrm>
            <a:off x="4844075" y="1783600"/>
            <a:ext cx="2825100" cy="28251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1"/>
          <p:cNvSpPr>
            <a:spLocks noGrp="1"/>
          </p:cNvSpPr>
          <p:nvPr>
            <p:ph type="pic" idx="2"/>
          </p:nvPr>
        </p:nvSpPr>
        <p:spPr>
          <a:xfrm>
            <a:off x="215600" y="3407850"/>
            <a:ext cx="4231800" cy="1564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65" name="Google Shape;65;p61"/>
          <p:cNvSpPr>
            <a:spLocks noGrp="1"/>
          </p:cNvSpPr>
          <p:nvPr>
            <p:ph type="pic" idx="3"/>
          </p:nvPr>
        </p:nvSpPr>
        <p:spPr>
          <a:xfrm>
            <a:off x="4696525" y="3407850"/>
            <a:ext cx="4231800" cy="1564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66" name="Google Shape;66;p61"/>
          <p:cNvSpPr/>
          <p:nvPr/>
        </p:nvSpPr>
        <p:spPr>
          <a:xfrm>
            <a:off x="0" y="-14500"/>
            <a:ext cx="9144000" cy="3249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61"/>
          <p:cNvSpPr txBox="1">
            <a:spLocks noGrp="1"/>
          </p:cNvSpPr>
          <p:nvPr>
            <p:ph type="title"/>
          </p:nvPr>
        </p:nvSpPr>
        <p:spPr>
          <a:xfrm>
            <a:off x="3209850" y="730325"/>
            <a:ext cx="4981800" cy="20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6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8" name="Google Shape;68;p61"/>
          <p:cNvSpPr txBox="1">
            <a:spLocks noGrp="1"/>
          </p:cNvSpPr>
          <p:nvPr>
            <p:ph type="title" idx="4"/>
          </p:nvPr>
        </p:nvSpPr>
        <p:spPr>
          <a:xfrm>
            <a:off x="945250" y="836600"/>
            <a:ext cx="1615500" cy="9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6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9" name="Google Shape;69;p61"/>
          <p:cNvSpPr txBox="1">
            <a:spLocks noGrp="1"/>
          </p:cNvSpPr>
          <p:nvPr>
            <p:ph type="subTitle" idx="1"/>
          </p:nvPr>
        </p:nvSpPr>
        <p:spPr>
          <a:xfrm>
            <a:off x="945250" y="2070425"/>
            <a:ext cx="2454900" cy="6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0" name="Google Shape;70;p61"/>
          <p:cNvSpPr txBox="1">
            <a:spLocks noGrp="1"/>
          </p:cNvSpPr>
          <p:nvPr>
            <p:ph type="title" idx="5"/>
          </p:nvPr>
        </p:nvSpPr>
        <p:spPr>
          <a:xfrm>
            <a:off x="3607350" y="120050"/>
            <a:ext cx="1929300" cy="2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cxnSp>
        <p:nvCxnSpPr>
          <p:cNvPr id="71" name="Google Shape;71;p61"/>
          <p:cNvCxnSpPr/>
          <p:nvPr/>
        </p:nvCxnSpPr>
        <p:spPr>
          <a:xfrm>
            <a:off x="-9400" y="478275"/>
            <a:ext cx="9155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72" name="Google Shape;72;p61"/>
          <p:cNvGrpSpPr/>
          <p:nvPr/>
        </p:nvGrpSpPr>
        <p:grpSpPr>
          <a:xfrm>
            <a:off x="564653" y="130177"/>
            <a:ext cx="313789" cy="206842"/>
            <a:chOff x="-792975" y="1911550"/>
            <a:chExt cx="500700" cy="388800"/>
          </a:xfrm>
        </p:grpSpPr>
        <p:sp>
          <p:nvSpPr>
            <p:cNvPr id="73" name="Google Shape;73;p61"/>
            <p:cNvSpPr/>
            <p:nvPr/>
          </p:nvSpPr>
          <p:spPr>
            <a:xfrm>
              <a:off x="-658275" y="2006500"/>
              <a:ext cx="96600" cy="2934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61"/>
            <p:cNvSpPr/>
            <p:nvPr/>
          </p:nvSpPr>
          <p:spPr>
            <a:xfrm>
              <a:off x="-523575" y="2103175"/>
              <a:ext cx="96600" cy="1971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61"/>
            <p:cNvSpPr/>
            <p:nvPr/>
          </p:nvSpPr>
          <p:spPr>
            <a:xfrm>
              <a:off x="-388875" y="2191825"/>
              <a:ext cx="96600" cy="1083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61"/>
            <p:cNvSpPr/>
            <p:nvPr/>
          </p:nvSpPr>
          <p:spPr>
            <a:xfrm>
              <a:off x="-792975" y="1911550"/>
              <a:ext cx="96600" cy="3888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7" name="Google Shape;77;p61"/>
          <p:cNvSpPr/>
          <p:nvPr/>
        </p:nvSpPr>
        <p:spPr>
          <a:xfrm>
            <a:off x="7778538" y="173300"/>
            <a:ext cx="344400" cy="1206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61"/>
          <p:cNvSpPr/>
          <p:nvPr/>
        </p:nvSpPr>
        <p:spPr>
          <a:xfrm>
            <a:off x="7778538" y="173300"/>
            <a:ext cx="313800" cy="1206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title and description">
  <p:cSld name="SECTION_TITLE_AND_DESCRIPTION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2"/>
          <p:cNvSpPr/>
          <p:nvPr/>
        </p:nvSpPr>
        <p:spPr>
          <a:xfrm>
            <a:off x="0" y="0"/>
            <a:ext cx="9155700" cy="2668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62"/>
          <p:cNvSpPr txBox="1">
            <a:spLocks noGrp="1"/>
          </p:cNvSpPr>
          <p:nvPr>
            <p:ph type="title"/>
          </p:nvPr>
        </p:nvSpPr>
        <p:spPr>
          <a:xfrm>
            <a:off x="1516350" y="683925"/>
            <a:ext cx="6111300" cy="7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82" name="Google Shape;82;p62"/>
          <p:cNvSpPr txBox="1">
            <a:spLocks noGrp="1"/>
          </p:cNvSpPr>
          <p:nvPr>
            <p:ph type="subTitle" idx="1"/>
          </p:nvPr>
        </p:nvSpPr>
        <p:spPr>
          <a:xfrm>
            <a:off x="1516350" y="1464075"/>
            <a:ext cx="6111300" cy="9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83" name="Google Shape;83;p62"/>
          <p:cNvSpPr>
            <a:spLocks noGrp="1"/>
          </p:cNvSpPr>
          <p:nvPr>
            <p:ph type="pic" idx="2"/>
          </p:nvPr>
        </p:nvSpPr>
        <p:spPr>
          <a:xfrm>
            <a:off x="3316200" y="2871475"/>
            <a:ext cx="5612100" cy="21021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cxnSp>
        <p:nvCxnSpPr>
          <p:cNvPr id="84" name="Google Shape;84;p62"/>
          <p:cNvCxnSpPr/>
          <p:nvPr/>
        </p:nvCxnSpPr>
        <p:spPr>
          <a:xfrm>
            <a:off x="-9400" y="478275"/>
            <a:ext cx="9155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85" name="Google Shape;85;p62"/>
          <p:cNvGrpSpPr/>
          <p:nvPr/>
        </p:nvGrpSpPr>
        <p:grpSpPr>
          <a:xfrm>
            <a:off x="564653" y="130177"/>
            <a:ext cx="313789" cy="206842"/>
            <a:chOff x="-792975" y="1911550"/>
            <a:chExt cx="500700" cy="388800"/>
          </a:xfrm>
        </p:grpSpPr>
        <p:sp>
          <p:nvSpPr>
            <p:cNvPr id="86" name="Google Shape;86;p62"/>
            <p:cNvSpPr/>
            <p:nvPr/>
          </p:nvSpPr>
          <p:spPr>
            <a:xfrm>
              <a:off x="-658275" y="2006500"/>
              <a:ext cx="96600" cy="2934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62"/>
            <p:cNvSpPr/>
            <p:nvPr/>
          </p:nvSpPr>
          <p:spPr>
            <a:xfrm>
              <a:off x="-523575" y="2103175"/>
              <a:ext cx="96600" cy="1971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62"/>
            <p:cNvSpPr/>
            <p:nvPr/>
          </p:nvSpPr>
          <p:spPr>
            <a:xfrm>
              <a:off x="-388875" y="2191825"/>
              <a:ext cx="96600" cy="1083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62"/>
            <p:cNvSpPr/>
            <p:nvPr/>
          </p:nvSpPr>
          <p:spPr>
            <a:xfrm>
              <a:off x="-792975" y="1911550"/>
              <a:ext cx="96600" cy="3888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0" name="Google Shape;90;p62"/>
          <p:cNvSpPr/>
          <p:nvPr/>
        </p:nvSpPr>
        <p:spPr>
          <a:xfrm>
            <a:off x="7778538" y="173300"/>
            <a:ext cx="344400" cy="1206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62"/>
          <p:cNvSpPr/>
          <p:nvPr/>
        </p:nvSpPr>
        <p:spPr>
          <a:xfrm>
            <a:off x="7778538" y="173300"/>
            <a:ext cx="313800" cy="1206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text 1">
  <p:cSld name="CUSTOM_7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3"/>
          <p:cNvSpPr>
            <a:spLocks noGrp="1"/>
          </p:cNvSpPr>
          <p:nvPr>
            <p:ph type="pic" idx="2"/>
          </p:nvPr>
        </p:nvSpPr>
        <p:spPr>
          <a:xfrm>
            <a:off x="215600" y="3075900"/>
            <a:ext cx="8712600" cy="18426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94" name="Google Shape;94;p63"/>
          <p:cNvSpPr/>
          <p:nvPr/>
        </p:nvSpPr>
        <p:spPr>
          <a:xfrm>
            <a:off x="0" y="0"/>
            <a:ext cx="9155700" cy="2848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5" name="Google Shape;95;p63"/>
          <p:cNvGrpSpPr/>
          <p:nvPr/>
        </p:nvGrpSpPr>
        <p:grpSpPr>
          <a:xfrm>
            <a:off x="564653" y="130177"/>
            <a:ext cx="313789" cy="206842"/>
            <a:chOff x="-792975" y="1911550"/>
            <a:chExt cx="500700" cy="388800"/>
          </a:xfrm>
        </p:grpSpPr>
        <p:sp>
          <p:nvSpPr>
            <p:cNvPr id="96" name="Google Shape;96;p63"/>
            <p:cNvSpPr/>
            <p:nvPr/>
          </p:nvSpPr>
          <p:spPr>
            <a:xfrm>
              <a:off x="-658275" y="2006500"/>
              <a:ext cx="96600" cy="2934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63"/>
            <p:cNvSpPr/>
            <p:nvPr/>
          </p:nvSpPr>
          <p:spPr>
            <a:xfrm>
              <a:off x="-523575" y="2103175"/>
              <a:ext cx="96600" cy="1971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63"/>
            <p:cNvSpPr/>
            <p:nvPr/>
          </p:nvSpPr>
          <p:spPr>
            <a:xfrm>
              <a:off x="-388875" y="2191825"/>
              <a:ext cx="96600" cy="1083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63"/>
            <p:cNvSpPr/>
            <p:nvPr/>
          </p:nvSpPr>
          <p:spPr>
            <a:xfrm>
              <a:off x="-792975" y="1911550"/>
              <a:ext cx="96600" cy="3888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00" name="Google Shape;100;p63"/>
          <p:cNvCxnSpPr/>
          <p:nvPr/>
        </p:nvCxnSpPr>
        <p:spPr>
          <a:xfrm>
            <a:off x="-9400" y="478275"/>
            <a:ext cx="9155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1" name="Google Shape;101;p63"/>
          <p:cNvSpPr/>
          <p:nvPr/>
        </p:nvSpPr>
        <p:spPr>
          <a:xfrm>
            <a:off x="7778538" y="173300"/>
            <a:ext cx="344400" cy="1206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63"/>
          <p:cNvSpPr/>
          <p:nvPr/>
        </p:nvSpPr>
        <p:spPr>
          <a:xfrm>
            <a:off x="7778538" y="173300"/>
            <a:ext cx="313800" cy="1206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63"/>
          <p:cNvSpPr txBox="1">
            <a:spLocks noGrp="1"/>
          </p:cNvSpPr>
          <p:nvPr>
            <p:ph type="title"/>
          </p:nvPr>
        </p:nvSpPr>
        <p:spPr>
          <a:xfrm>
            <a:off x="2280000" y="683925"/>
            <a:ext cx="4584000" cy="7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4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4" name="Google Shape;104;p63"/>
          <p:cNvSpPr txBox="1">
            <a:spLocks noGrp="1"/>
          </p:cNvSpPr>
          <p:nvPr>
            <p:ph type="subTitle" idx="1"/>
          </p:nvPr>
        </p:nvSpPr>
        <p:spPr>
          <a:xfrm>
            <a:off x="2280000" y="1448800"/>
            <a:ext cx="4584000" cy="9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">
  <p:cSld name="BLANK_1_1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4"/>
          <p:cNvSpPr/>
          <p:nvPr/>
        </p:nvSpPr>
        <p:spPr>
          <a:xfrm>
            <a:off x="0" y="-14500"/>
            <a:ext cx="9144000" cy="3584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64"/>
          <p:cNvSpPr txBox="1">
            <a:spLocks noGrp="1"/>
          </p:cNvSpPr>
          <p:nvPr>
            <p:ph type="title"/>
          </p:nvPr>
        </p:nvSpPr>
        <p:spPr>
          <a:xfrm>
            <a:off x="3607350" y="120050"/>
            <a:ext cx="1929300" cy="2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08" name="Google Shape;108;p64"/>
          <p:cNvSpPr/>
          <p:nvPr/>
        </p:nvSpPr>
        <p:spPr>
          <a:xfrm>
            <a:off x="7778538" y="173300"/>
            <a:ext cx="344400" cy="1206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64"/>
          <p:cNvSpPr/>
          <p:nvPr/>
        </p:nvSpPr>
        <p:spPr>
          <a:xfrm>
            <a:off x="7778538" y="173300"/>
            <a:ext cx="313800" cy="1206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0" name="Google Shape;110;p64"/>
          <p:cNvCxnSpPr/>
          <p:nvPr/>
        </p:nvCxnSpPr>
        <p:spPr>
          <a:xfrm>
            <a:off x="-9400" y="478275"/>
            <a:ext cx="9155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11" name="Google Shape;111;p64"/>
          <p:cNvGrpSpPr/>
          <p:nvPr/>
        </p:nvGrpSpPr>
        <p:grpSpPr>
          <a:xfrm>
            <a:off x="564653" y="130177"/>
            <a:ext cx="313789" cy="206842"/>
            <a:chOff x="-792975" y="1911550"/>
            <a:chExt cx="500700" cy="388800"/>
          </a:xfrm>
        </p:grpSpPr>
        <p:sp>
          <p:nvSpPr>
            <p:cNvPr id="112" name="Google Shape;112;p64"/>
            <p:cNvSpPr/>
            <p:nvPr/>
          </p:nvSpPr>
          <p:spPr>
            <a:xfrm>
              <a:off x="-658275" y="2006500"/>
              <a:ext cx="96600" cy="2934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64"/>
            <p:cNvSpPr/>
            <p:nvPr/>
          </p:nvSpPr>
          <p:spPr>
            <a:xfrm>
              <a:off x="-523575" y="2103175"/>
              <a:ext cx="96600" cy="1971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64"/>
            <p:cNvSpPr/>
            <p:nvPr/>
          </p:nvSpPr>
          <p:spPr>
            <a:xfrm>
              <a:off x="-388875" y="2191825"/>
              <a:ext cx="96600" cy="1083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64"/>
            <p:cNvSpPr/>
            <p:nvPr/>
          </p:nvSpPr>
          <p:spPr>
            <a:xfrm>
              <a:off x="-792975" y="1911550"/>
              <a:ext cx="96600" cy="3888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6" name="Google Shape;116;p64"/>
          <p:cNvSpPr txBox="1">
            <a:spLocks noGrp="1"/>
          </p:cNvSpPr>
          <p:nvPr>
            <p:ph type="subTitle" idx="1"/>
          </p:nvPr>
        </p:nvSpPr>
        <p:spPr>
          <a:xfrm>
            <a:off x="885600" y="1017725"/>
            <a:ext cx="7372500" cy="15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17" name="Google Shape;117;p64"/>
          <p:cNvSpPr txBox="1">
            <a:spLocks noGrp="1"/>
          </p:cNvSpPr>
          <p:nvPr>
            <p:ph type="title" idx="2"/>
          </p:nvPr>
        </p:nvSpPr>
        <p:spPr>
          <a:xfrm>
            <a:off x="4326300" y="2678025"/>
            <a:ext cx="3932100" cy="6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64"/>
          <p:cNvSpPr>
            <a:spLocks noGrp="1"/>
          </p:cNvSpPr>
          <p:nvPr>
            <p:ph type="pic" idx="3"/>
          </p:nvPr>
        </p:nvSpPr>
        <p:spPr>
          <a:xfrm>
            <a:off x="227400" y="3778175"/>
            <a:ext cx="2006100" cy="1194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19" name="Google Shape;119;p64"/>
          <p:cNvSpPr>
            <a:spLocks noGrp="1"/>
          </p:cNvSpPr>
          <p:nvPr>
            <p:ph type="pic" idx="4"/>
          </p:nvPr>
        </p:nvSpPr>
        <p:spPr>
          <a:xfrm>
            <a:off x="2464385" y="3778175"/>
            <a:ext cx="2006100" cy="1194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20" name="Google Shape;120;p64"/>
          <p:cNvSpPr>
            <a:spLocks noGrp="1"/>
          </p:cNvSpPr>
          <p:nvPr>
            <p:ph type="pic" idx="5"/>
          </p:nvPr>
        </p:nvSpPr>
        <p:spPr>
          <a:xfrm>
            <a:off x="4673635" y="3778175"/>
            <a:ext cx="2006100" cy="1194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21" name="Google Shape;121;p64"/>
          <p:cNvSpPr>
            <a:spLocks noGrp="1"/>
          </p:cNvSpPr>
          <p:nvPr>
            <p:ph type="pic" idx="6"/>
          </p:nvPr>
        </p:nvSpPr>
        <p:spPr>
          <a:xfrm>
            <a:off x="6910620" y="3778175"/>
            <a:ext cx="2006100" cy="1194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One column text">
  <p:cSld name="ONE_COLUMN_TEXT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5"/>
          <p:cNvSpPr/>
          <p:nvPr/>
        </p:nvSpPr>
        <p:spPr>
          <a:xfrm>
            <a:off x="0" y="0"/>
            <a:ext cx="9155700" cy="2848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4" name="Google Shape;124;p65"/>
          <p:cNvGrpSpPr/>
          <p:nvPr/>
        </p:nvGrpSpPr>
        <p:grpSpPr>
          <a:xfrm>
            <a:off x="564653" y="130177"/>
            <a:ext cx="313789" cy="206842"/>
            <a:chOff x="-792975" y="1911550"/>
            <a:chExt cx="500700" cy="388800"/>
          </a:xfrm>
        </p:grpSpPr>
        <p:sp>
          <p:nvSpPr>
            <p:cNvPr id="125" name="Google Shape;125;p65"/>
            <p:cNvSpPr/>
            <p:nvPr/>
          </p:nvSpPr>
          <p:spPr>
            <a:xfrm>
              <a:off x="-658275" y="2006500"/>
              <a:ext cx="96600" cy="2934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65"/>
            <p:cNvSpPr/>
            <p:nvPr/>
          </p:nvSpPr>
          <p:spPr>
            <a:xfrm>
              <a:off x="-523575" y="2103175"/>
              <a:ext cx="96600" cy="1971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65"/>
            <p:cNvSpPr/>
            <p:nvPr/>
          </p:nvSpPr>
          <p:spPr>
            <a:xfrm>
              <a:off x="-388875" y="2191825"/>
              <a:ext cx="96600" cy="1083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65"/>
            <p:cNvSpPr/>
            <p:nvPr/>
          </p:nvSpPr>
          <p:spPr>
            <a:xfrm>
              <a:off x="-792975" y="1911550"/>
              <a:ext cx="96600" cy="3888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29" name="Google Shape;129;p65"/>
          <p:cNvCxnSpPr/>
          <p:nvPr/>
        </p:nvCxnSpPr>
        <p:spPr>
          <a:xfrm>
            <a:off x="-9400" y="478275"/>
            <a:ext cx="9155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0" name="Google Shape;130;p65"/>
          <p:cNvSpPr/>
          <p:nvPr/>
        </p:nvSpPr>
        <p:spPr>
          <a:xfrm>
            <a:off x="7778538" y="173300"/>
            <a:ext cx="344400" cy="1206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65"/>
          <p:cNvSpPr/>
          <p:nvPr/>
        </p:nvSpPr>
        <p:spPr>
          <a:xfrm>
            <a:off x="7778538" y="173300"/>
            <a:ext cx="313800" cy="1206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65"/>
          <p:cNvSpPr txBox="1">
            <a:spLocks noGrp="1"/>
          </p:cNvSpPr>
          <p:nvPr>
            <p:ph type="title"/>
          </p:nvPr>
        </p:nvSpPr>
        <p:spPr>
          <a:xfrm>
            <a:off x="2160000" y="683925"/>
            <a:ext cx="4824000" cy="7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4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3" name="Google Shape;133;p65"/>
          <p:cNvSpPr txBox="1">
            <a:spLocks noGrp="1"/>
          </p:cNvSpPr>
          <p:nvPr>
            <p:ph type="subTitle" idx="1"/>
          </p:nvPr>
        </p:nvSpPr>
        <p:spPr>
          <a:xfrm>
            <a:off x="2160000" y="1448800"/>
            <a:ext cx="4824000" cy="9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65"/>
          <p:cNvSpPr>
            <a:spLocks noGrp="1"/>
          </p:cNvSpPr>
          <p:nvPr>
            <p:ph type="pic" idx="2"/>
          </p:nvPr>
        </p:nvSpPr>
        <p:spPr>
          <a:xfrm>
            <a:off x="215600" y="3075900"/>
            <a:ext cx="8712600" cy="18426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 1">
  <p:cSld name="CUSTOM_5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6"/>
          <p:cNvSpPr/>
          <p:nvPr/>
        </p:nvSpPr>
        <p:spPr>
          <a:xfrm>
            <a:off x="0" y="0"/>
            <a:ext cx="9155700" cy="1305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66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38" name="Google Shape;138;p66"/>
          <p:cNvGrpSpPr/>
          <p:nvPr/>
        </p:nvGrpSpPr>
        <p:grpSpPr>
          <a:xfrm>
            <a:off x="564653" y="130177"/>
            <a:ext cx="313789" cy="206842"/>
            <a:chOff x="-792975" y="1911550"/>
            <a:chExt cx="500700" cy="388800"/>
          </a:xfrm>
        </p:grpSpPr>
        <p:sp>
          <p:nvSpPr>
            <p:cNvPr id="139" name="Google Shape;139;p66"/>
            <p:cNvSpPr/>
            <p:nvPr/>
          </p:nvSpPr>
          <p:spPr>
            <a:xfrm>
              <a:off x="-658275" y="2006500"/>
              <a:ext cx="96600" cy="2934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66"/>
            <p:cNvSpPr/>
            <p:nvPr/>
          </p:nvSpPr>
          <p:spPr>
            <a:xfrm>
              <a:off x="-523575" y="2103175"/>
              <a:ext cx="96600" cy="1971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66"/>
            <p:cNvSpPr/>
            <p:nvPr/>
          </p:nvSpPr>
          <p:spPr>
            <a:xfrm>
              <a:off x="-388875" y="2191825"/>
              <a:ext cx="96600" cy="1083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66"/>
            <p:cNvSpPr/>
            <p:nvPr/>
          </p:nvSpPr>
          <p:spPr>
            <a:xfrm>
              <a:off x="-792975" y="1911550"/>
              <a:ext cx="96600" cy="3888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3" name="Google Shape;143;p66"/>
          <p:cNvSpPr/>
          <p:nvPr/>
        </p:nvSpPr>
        <p:spPr>
          <a:xfrm>
            <a:off x="7778538" y="173300"/>
            <a:ext cx="344400" cy="1206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66"/>
          <p:cNvSpPr/>
          <p:nvPr/>
        </p:nvSpPr>
        <p:spPr>
          <a:xfrm>
            <a:off x="7778538" y="173300"/>
            <a:ext cx="313800" cy="1206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5" name="Google Shape;145;p66"/>
          <p:cNvCxnSpPr/>
          <p:nvPr/>
        </p:nvCxnSpPr>
        <p:spPr>
          <a:xfrm>
            <a:off x="-9400" y="478275"/>
            <a:ext cx="9155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aption">
  <p:cSld name="CAPTION_ONLY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7"/>
          <p:cNvSpPr/>
          <p:nvPr/>
        </p:nvSpPr>
        <p:spPr>
          <a:xfrm>
            <a:off x="-9400" y="0"/>
            <a:ext cx="9155700" cy="5143500"/>
          </a:xfrm>
          <a:prstGeom prst="roundRect">
            <a:avLst>
              <a:gd name="adj" fmla="val 0"/>
            </a:avLst>
          </a:prstGeom>
          <a:solidFill>
            <a:srgbClr val="2D3239">
              <a:alpha val="164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67"/>
          <p:cNvSpPr/>
          <p:nvPr/>
        </p:nvSpPr>
        <p:spPr>
          <a:xfrm>
            <a:off x="0" y="0"/>
            <a:ext cx="9155700" cy="130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67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grpSp>
        <p:nvGrpSpPr>
          <p:cNvPr id="150" name="Google Shape;150;p67"/>
          <p:cNvGrpSpPr/>
          <p:nvPr/>
        </p:nvGrpSpPr>
        <p:grpSpPr>
          <a:xfrm>
            <a:off x="564653" y="130177"/>
            <a:ext cx="313789" cy="206842"/>
            <a:chOff x="-792975" y="1911550"/>
            <a:chExt cx="500700" cy="388800"/>
          </a:xfrm>
        </p:grpSpPr>
        <p:sp>
          <p:nvSpPr>
            <p:cNvPr id="151" name="Google Shape;151;p67"/>
            <p:cNvSpPr/>
            <p:nvPr/>
          </p:nvSpPr>
          <p:spPr>
            <a:xfrm>
              <a:off x="-658275" y="2006500"/>
              <a:ext cx="96600" cy="2934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67"/>
            <p:cNvSpPr/>
            <p:nvPr/>
          </p:nvSpPr>
          <p:spPr>
            <a:xfrm>
              <a:off x="-523575" y="2103175"/>
              <a:ext cx="96600" cy="1971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67"/>
            <p:cNvSpPr/>
            <p:nvPr/>
          </p:nvSpPr>
          <p:spPr>
            <a:xfrm>
              <a:off x="-388875" y="2191825"/>
              <a:ext cx="96600" cy="1083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67"/>
            <p:cNvSpPr/>
            <p:nvPr/>
          </p:nvSpPr>
          <p:spPr>
            <a:xfrm>
              <a:off x="-792975" y="1911550"/>
              <a:ext cx="96600" cy="3888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55" name="Google Shape;155;p67"/>
          <p:cNvCxnSpPr/>
          <p:nvPr/>
        </p:nvCxnSpPr>
        <p:spPr>
          <a:xfrm>
            <a:off x="-9400" y="478275"/>
            <a:ext cx="9155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6" name="Google Shape;156;p67"/>
          <p:cNvSpPr/>
          <p:nvPr/>
        </p:nvSpPr>
        <p:spPr>
          <a:xfrm>
            <a:off x="7778538" y="173300"/>
            <a:ext cx="344400" cy="1206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67"/>
          <p:cNvSpPr/>
          <p:nvPr/>
        </p:nvSpPr>
        <p:spPr>
          <a:xfrm>
            <a:off x="7778538" y="173300"/>
            <a:ext cx="313800" cy="1206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67"/>
          <p:cNvSpPr txBox="1">
            <a:spLocks noGrp="1"/>
          </p:cNvSpPr>
          <p:nvPr>
            <p:ph type="title" idx="2"/>
          </p:nvPr>
        </p:nvSpPr>
        <p:spPr>
          <a:xfrm>
            <a:off x="3607350" y="120050"/>
            <a:ext cx="1929300" cy="2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three columns">
  <p:cSld name="BLANK_1_1_1_2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8"/>
          <p:cNvSpPr/>
          <p:nvPr/>
        </p:nvSpPr>
        <p:spPr>
          <a:xfrm>
            <a:off x="0" y="0"/>
            <a:ext cx="9155700" cy="1305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68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2" name="Google Shape;162;p68"/>
          <p:cNvSpPr txBox="1">
            <a:spLocks noGrp="1"/>
          </p:cNvSpPr>
          <p:nvPr>
            <p:ph type="subTitle" idx="1"/>
          </p:nvPr>
        </p:nvSpPr>
        <p:spPr>
          <a:xfrm>
            <a:off x="568413" y="2359046"/>
            <a:ext cx="2042400" cy="8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68"/>
          <p:cNvSpPr txBox="1">
            <a:spLocks noGrp="1"/>
          </p:cNvSpPr>
          <p:nvPr>
            <p:ph type="subTitle" idx="2"/>
          </p:nvPr>
        </p:nvSpPr>
        <p:spPr>
          <a:xfrm>
            <a:off x="568413" y="1708567"/>
            <a:ext cx="2042400" cy="7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4" name="Google Shape;164;p68"/>
          <p:cNvSpPr txBox="1">
            <a:spLocks noGrp="1"/>
          </p:cNvSpPr>
          <p:nvPr>
            <p:ph type="subTitle" idx="3"/>
          </p:nvPr>
        </p:nvSpPr>
        <p:spPr>
          <a:xfrm>
            <a:off x="3550800" y="2360688"/>
            <a:ext cx="2042400" cy="8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68"/>
          <p:cNvSpPr txBox="1">
            <a:spLocks noGrp="1"/>
          </p:cNvSpPr>
          <p:nvPr>
            <p:ph type="subTitle" idx="4"/>
          </p:nvPr>
        </p:nvSpPr>
        <p:spPr>
          <a:xfrm>
            <a:off x="3550800" y="1710188"/>
            <a:ext cx="2042400" cy="7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6" name="Google Shape;166;p68"/>
          <p:cNvSpPr txBox="1">
            <a:spLocks noGrp="1"/>
          </p:cNvSpPr>
          <p:nvPr>
            <p:ph type="subTitle" idx="5"/>
          </p:nvPr>
        </p:nvSpPr>
        <p:spPr>
          <a:xfrm>
            <a:off x="6533188" y="2359050"/>
            <a:ext cx="2042400" cy="8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68"/>
          <p:cNvSpPr txBox="1">
            <a:spLocks noGrp="1"/>
          </p:cNvSpPr>
          <p:nvPr>
            <p:ph type="subTitle" idx="6"/>
          </p:nvPr>
        </p:nvSpPr>
        <p:spPr>
          <a:xfrm>
            <a:off x="6533188" y="1708571"/>
            <a:ext cx="2042400" cy="7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8" name="Google Shape;168;p68"/>
          <p:cNvSpPr>
            <a:spLocks noGrp="1"/>
          </p:cNvSpPr>
          <p:nvPr>
            <p:ph type="pic" idx="7"/>
          </p:nvPr>
        </p:nvSpPr>
        <p:spPr>
          <a:xfrm>
            <a:off x="212975" y="3412425"/>
            <a:ext cx="2751900" cy="1564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69" name="Google Shape;169;p68"/>
          <p:cNvSpPr>
            <a:spLocks noGrp="1"/>
          </p:cNvSpPr>
          <p:nvPr>
            <p:ph type="pic" idx="8"/>
          </p:nvPr>
        </p:nvSpPr>
        <p:spPr>
          <a:xfrm>
            <a:off x="3196060" y="3412425"/>
            <a:ext cx="2751900" cy="1564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70" name="Google Shape;170;p68"/>
          <p:cNvSpPr>
            <a:spLocks noGrp="1"/>
          </p:cNvSpPr>
          <p:nvPr>
            <p:ph type="pic" idx="9"/>
          </p:nvPr>
        </p:nvSpPr>
        <p:spPr>
          <a:xfrm flipH="1">
            <a:off x="6176375" y="3412425"/>
            <a:ext cx="2751900" cy="1564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cxnSp>
        <p:nvCxnSpPr>
          <p:cNvPr id="171" name="Google Shape;171;p68"/>
          <p:cNvCxnSpPr/>
          <p:nvPr/>
        </p:nvCxnSpPr>
        <p:spPr>
          <a:xfrm>
            <a:off x="-9400" y="478275"/>
            <a:ext cx="9155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72" name="Google Shape;172;p68"/>
          <p:cNvGrpSpPr/>
          <p:nvPr/>
        </p:nvGrpSpPr>
        <p:grpSpPr>
          <a:xfrm>
            <a:off x="564653" y="130177"/>
            <a:ext cx="313789" cy="206842"/>
            <a:chOff x="-792975" y="1911550"/>
            <a:chExt cx="500700" cy="388800"/>
          </a:xfrm>
        </p:grpSpPr>
        <p:sp>
          <p:nvSpPr>
            <p:cNvPr id="173" name="Google Shape;173;p68"/>
            <p:cNvSpPr/>
            <p:nvPr/>
          </p:nvSpPr>
          <p:spPr>
            <a:xfrm>
              <a:off x="-658275" y="2006500"/>
              <a:ext cx="96600" cy="2934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68"/>
            <p:cNvSpPr/>
            <p:nvPr/>
          </p:nvSpPr>
          <p:spPr>
            <a:xfrm>
              <a:off x="-523575" y="2103175"/>
              <a:ext cx="96600" cy="1971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68"/>
            <p:cNvSpPr/>
            <p:nvPr/>
          </p:nvSpPr>
          <p:spPr>
            <a:xfrm>
              <a:off x="-388875" y="2191825"/>
              <a:ext cx="96600" cy="1083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68"/>
            <p:cNvSpPr/>
            <p:nvPr/>
          </p:nvSpPr>
          <p:spPr>
            <a:xfrm>
              <a:off x="-792975" y="1911550"/>
              <a:ext cx="96600" cy="3888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7" name="Google Shape;177;p68"/>
          <p:cNvSpPr/>
          <p:nvPr/>
        </p:nvSpPr>
        <p:spPr>
          <a:xfrm>
            <a:off x="7778538" y="173300"/>
            <a:ext cx="344400" cy="1206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68"/>
          <p:cNvSpPr/>
          <p:nvPr/>
        </p:nvSpPr>
        <p:spPr>
          <a:xfrm>
            <a:off x="7778538" y="173300"/>
            <a:ext cx="313800" cy="1206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 1">
  <p:cSld name="CUSTOM_1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9"/>
          <p:cNvSpPr>
            <a:spLocks noGrp="1"/>
          </p:cNvSpPr>
          <p:nvPr>
            <p:ph type="pic" idx="2"/>
          </p:nvPr>
        </p:nvSpPr>
        <p:spPr>
          <a:xfrm>
            <a:off x="212975" y="3457100"/>
            <a:ext cx="2751900" cy="1519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81" name="Google Shape;181;p69"/>
          <p:cNvSpPr>
            <a:spLocks noGrp="1"/>
          </p:cNvSpPr>
          <p:nvPr>
            <p:ph type="pic" idx="3"/>
          </p:nvPr>
        </p:nvSpPr>
        <p:spPr>
          <a:xfrm>
            <a:off x="3196060" y="3457100"/>
            <a:ext cx="2751900" cy="1519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82" name="Google Shape;182;p69"/>
          <p:cNvSpPr>
            <a:spLocks noGrp="1"/>
          </p:cNvSpPr>
          <p:nvPr>
            <p:ph type="pic" idx="4"/>
          </p:nvPr>
        </p:nvSpPr>
        <p:spPr>
          <a:xfrm flipH="1">
            <a:off x="6176375" y="3457100"/>
            <a:ext cx="2751900" cy="1519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83" name="Google Shape;183;p69"/>
          <p:cNvSpPr/>
          <p:nvPr/>
        </p:nvSpPr>
        <p:spPr>
          <a:xfrm>
            <a:off x="0" y="-14500"/>
            <a:ext cx="9144000" cy="3249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69"/>
          <p:cNvSpPr txBox="1">
            <a:spLocks noGrp="1"/>
          </p:cNvSpPr>
          <p:nvPr>
            <p:ph type="title"/>
          </p:nvPr>
        </p:nvSpPr>
        <p:spPr>
          <a:xfrm>
            <a:off x="3143875" y="670050"/>
            <a:ext cx="5286900" cy="10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6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85" name="Google Shape;185;p69"/>
          <p:cNvSpPr txBox="1">
            <a:spLocks noGrp="1"/>
          </p:cNvSpPr>
          <p:nvPr>
            <p:ph type="title" idx="5"/>
          </p:nvPr>
        </p:nvSpPr>
        <p:spPr>
          <a:xfrm>
            <a:off x="713225" y="670050"/>
            <a:ext cx="1615500" cy="10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6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86" name="Google Shape;186;p69"/>
          <p:cNvSpPr txBox="1">
            <a:spLocks noGrp="1"/>
          </p:cNvSpPr>
          <p:nvPr>
            <p:ph type="subTitle" idx="1"/>
          </p:nvPr>
        </p:nvSpPr>
        <p:spPr>
          <a:xfrm>
            <a:off x="3143875" y="1994000"/>
            <a:ext cx="2751900" cy="6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7" name="Google Shape;187;p69"/>
          <p:cNvSpPr txBox="1">
            <a:spLocks noGrp="1"/>
          </p:cNvSpPr>
          <p:nvPr>
            <p:ph type="title" idx="6"/>
          </p:nvPr>
        </p:nvSpPr>
        <p:spPr>
          <a:xfrm>
            <a:off x="3607350" y="120050"/>
            <a:ext cx="1929300" cy="2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cxnSp>
        <p:nvCxnSpPr>
          <p:cNvPr id="188" name="Google Shape;188;p69"/>
          <p:cNvCxnSpPr/>
          <p:nvPr/>
        </p:nvCxnSpPr>
        <p:spPr>
          <a:xfrm>
            <a:off x="-9400" y="478275"/>
            <a:ext cx="9155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89" name="Google Shape;189;p69"/>
          <p:cNvGrpSpPr/>
          <p:nvPr/>
        </p:nvGrpSpPr>
        <p:grpSpPr>
          <a:xfrm>
            <a:off x="564653" y="130177"/>
            <a:ext cx="313789" cy="206842"/>
            <a:chOff x="-792975" y="1911550"/>
            <a:chExt cx="500700" cy="388800"/>
          </a:xfrm>
        </p:grpSpPr>
        <p:sp>
          <p:nvSpPr>
            <p:cNvPr id="190" name="Google Shape;190;p69"/>
            <p:cNvSpPr/>
            <p:nvPr/>
          </p:nvSpPr>
          <p:spPr>
            <a:xfrm>
              <a:off x="-658275" y="2006500"/>
              <a:ext cx="96600" cy="2934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69"/>
            <p:cNvSpPr/>
            <p:nvPr/>
          </p:nvSpPr>
          <p:spPr>
            <a:xfrm>
              <a:off x="-523575" y="2103175"/>
              <a:ext cx="96600" cy="1971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69"/>
            <p:cNvSpPr/>
            <p:nvPr/>
          </p:nvSpPr>
          <p:spPr>
            <a:xfrm>
              <a:off x="-388875" y="2191825"/>
              <a:ext cx="96600" cy="1083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69"/>
            <p:cNvSpPr/>
            <p:nvPr/>
          </p:nvSpPr>
          <p:spPr>
            <a:xfrm>
              <a:off x="-792975" y="1911550"/>
              <a:ext cx="96600" cy="3888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4" name="Google Shape;194;p69"/>
          <p:cNvSpPr/>
          <p:nvPr/>
        </p:nvSpPr>
        <p:spPr>
          <a:xfrm>
            <a:off x="7778538" y="173300"/>
            <a:ext cx="344400" cy="1206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69"/>
          <p:cNvSpPr/>
          <p:nvPr/>
        </p:nvSpPr>
        <p:spPr>
          <a:xfrm>
            <a:off x="7778538" y="173300"/>
            <a:ext cx="313800" cy="1206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Numbers and text 1">
  <p:cSld name="BLANK_1_1_1_1_1_1_3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0"/>
          <p:cNvSpPr/>
          <p:nvPr/>
        </p:nvSpPr>
        <p:spPr>
          <a:xfrm>
            <a:off x="0" y="0"/>
            <a:ext cx="9155700" cy="130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8" name="Google Shape;198;p70"/>
          <p:cNvGrpSpPr/>
          <p:nvPr/>
        </p:nvGrpSpPr>
        <p:grpSpPr>
          <a:xfrm>
            <a:off x="564653" y="130177"/>
            <a:ext cx="313789" cy="206842"/>
            <a:chOff x="-792975" y="1911550"/>
            <a:chExt cx="500700" cy="388800"/>
          </a:xfrm>
        </p:grpSpPr>
        <p:sp>
          <p:nvSpPr>
            <p:cNvPr id="199" name="Google Shape;199;p70"/>
            <p:cNvSpPr/>
            <p:nvPr/>
          </p:nvSpPr>
          <p:spPr>
            <a:xfrm>
              <a:off x="-658275" y="2006500"/>
              <a:ext cx="96600" cy="2934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70"/>
            <p:cNvSpPr/>
            <p:nvPr/>
          </p:nvSpPr>
          <p:spPr>
            <a:xfrm>
              <a:off x="-523575" y="2103175"/>
              <a:ext cx="96600" cy="1971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70"/>
            <p:cNvSpPr/>
            <p:nvPr/>
          </p:nvSpPr>
          <p:spPr>
            <a:xfrm>
              <a:off x="-388875" y="2191825"/>
              <a:ext cx="96600" cy="1083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70"/>
            <p:cNvSpPr/>
            <p:nvPr/>
          </p:nvSpPr>
          <p:spPr>
            <a:xfrm>
              <a:off x="-792975" y="1911550"/>
              <a:ext cx="96600" cy="3888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3" name="Google Shape;203;p70"/>
          <p:cNvSpPr/>
          <p:nvPr/>
        </p:nvSpPr>
        <p:spPr>
          <a:xfrm>
            <a:off x="7778538" y="173300"/>
            <a:ext cx="344400" cy="1206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70"/>
          <p:cNvSpPr/>
          <p:nvPr/>
        </p:nvSpPr>
        <p:spPr>
          <a:xfrm>
            <a:off x="7778538" y="173300"/>
            <a:ext cx="313800" cy="1206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5" name="Google Shape;205;p70"/>
          <p:cNvCxnSpPr/>
          <p:nvPr/>
        </p:nvCxnSpPr>
        <p:spPr>
          <a:xfrm>
            <a:off x="-9400" y="478275"/>
            <a:ext cx="9155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6" name="Google Shape;206;p70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7" name="Google Shape;207;p70"/>
          <p:cNvSpPr txBox="1">
            <a:spLocks noGrp="1"/>
          </p:cNvSpPr>
          <p:nvPr>
            <p:ph type="title" idx="2"/>
          </p:nvPr>
        </p:nvSpPr>
        <p:spPr>
          <a:xfrm>
            <a:off x="2307375" y="1954051"/>
            <a:ext cx="964800" cy="5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70"/>
          <p:cNvSpPr txBox="1">
            <a:spLocks noGrp="1"/>
          </p:cNvSpPr>
          <p:nvPr>
            <p:ph type="subTitle" idx="1"/>
          </p:nvPr>
        </p:nvSpPr>
        <p:spPr>
          <a:xfrm>
            <a:off x="5139420" y="1954051"/>
            <a:ext cx="3291300" cy="5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70"/>
          <p:cNvSpPr txBox="1">
            <a:spLocks noGrp="1"/>
          </p:cNvSpPr>
          <p:nvPr>
            <p:ph type="subTitle" idx="3"/>
          </p:nvPr>
        </p:nvSpPr>
        <p:spPr>
          <a:xfrm>
            <a:off x="3302500" y="1954051"/>
            <a:ext cx="1806600" cy="5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ontserrat"/>
              <a:buNone/>
              <a:defRPr sz="2400" b="1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ontserrat"/>
              <a:buNone/>
              <a:defRPr sz="2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ontserrat"/>
              <a:buNone/>
              <a:defRPr sz="2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ontserrat"/>
              <a:buNone/>
              <a:defRPr sz="2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ontserrat"/>
              <a:buNone/>
              <a:defRPr sz="2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ontserrat"/>
              <a:buNone/>
              <a:defRPr sz="2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ontserrat"/>
              <a:buNone/>
              <a:defRPr sz="2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ontserrat"/>
              <a:buNone/>
              <a:defRPr sz="2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ontserrat"/>
              <a:buNone/>
              <a:defRPr sz="2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10" name="Google Shape;210;p70"/>
          <p:cNvSpPr txBox="1">
            <a:spLocks noGrp="1"/>
          </p:cNvSpPr>
          <p:nvPr>
            <p:ph type="title" idx="4"/>
          </p:nvPr>
        </p:nvSpPr>
        <p:spPr>
          <a:xfrm>
            <a:off x="2307375" y="2857000"/>
            <a:ext cx="964800" cy="5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70"/>
          <p:cNvSpPr txBox="1">
            <a:spLocks noGrp="1"/>
          </p:cNvSpPr>
          <p:nvPr>
            <p:ph type="subTitle" idx="5"/>
          </p:nvPr>
        </p:nvSpPr>
        <p:spPr>
          <a:xfrm>
            <a:off x="5139420" y="2857000"/>
            <a:ext cx="3291300" cy="5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70"/>
          <p:cNvSpPr txBox="1">
            <a:spLocks noGrp="1"/>
          </p:cNvSpPr>
          <p:nvPr>
            <p:ph type="subTitle" idx="6"/>
          </p:nvPr>
        </p:nvSpPr>
        <p:spPr>
          <a:xfrm>
            <a:off x="3302489" y="2857000"/>
            <a:ext cx="1806600" cy="5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ontserrat"/>
              <a:buNone/>
              <a:defRPr sz="2400" b="1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ontserrat"/>
              <a:buNone/>
              <a:defRPr sz="2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ontserrat"/>
              <a:buNone/>
              <a:defRPr sz="2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ontserrat"/>
              <a:buNone/>
              <a:defRPr sz="2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ontserrat"/>
              <a:buNone/>
              <a:defRPr sz="2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ontserrat"/>
              <a:buNone/>
              <a:defRPr sz="2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ontserrat"/>
              <a:buNone/>
              <a:defRPr sz="2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ontserrat"/>
              <a:buNone/>
              <a:defRPr sz="2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ontserrat"/>
              <a:buNone/>
              <a:defRPr sz="2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13" name="Google Shape;213;p70"/>
          <p:cNvSpPr txBox="1">
            <a:spLocks noGrp="1"/>
          </p:cNvSpPr>
          <p:nvPr>
            <p:ph type="title" idx="7"/>
          </p:nvPr>
        </p:nvSpPr>
        <p:spPr>
          <a:xfrm>
            <a:off x="2307375" y="3759950"/>
            <a:ext cx="964800" cy="5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70"/>
          <p:cNvSpPr txBox="1">
            <a:spLocks noGrp="1"/>
          </p:cNvSpPr>
          <p:nvPr>
            <p:ph type="subTitle" idx="8"/>
          </p:nvPr>
        </p:nvSpPr>
        <p:spPr>
          <a:xfrm>
            <a:off x="5139420" y="3759950"/>
            <a:ext cx="3291300" cy="5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70"/>
          <p:cNvSpPr txBox="1">
            <a:spLocks noGrp="1"/>
          </p:cNvSpPr>
          <p:nvPr>
            <p:ph type="subTitle" idx="9"/>
          </p:nvPr>
        </p:nvSpPr>
        <p:spPr>
          <a:xfrm>
            <a:off x="3302499" y="3759950"/>
            <a:ext cx="1806600" cy="5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ontserrat"/>
              <a:buNone/>
              <a:defRPr sz="2400" b="1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ontserrat"/>
              <a:buNone/>
              <a:defRPr sz="2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ontserrat"/>
              <a:buNone/>
              <a:defRPr sz="2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ontserrat"/>
              <a:buNone/>
              <a:defRPr sz="2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ontserrat"/>
              <a:buNone/>
              <a:defRPr sz="2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ontserrat"/>
              <a:buNone/>
              <a:defRPr sz="2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ontserrat"/>
              <a:buNone/>
              <a:defRPr sz="2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ontserrat"/>
              <a:buNone/>
              <a:defRPr sz="2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ontserrat"/>
              <a:buNone/>
              <a:defRPr sz="2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two columns 1">
  <p:cSld name="TITLE_AND_TWO_COLUMNS_1_1_1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71"/>
          <p:cNvSpPr>
            <a:spLocks noGrp="1"/>
          </p:cNvSpPr>
          <p:nvPr>
            <p:ph type="pic" idx="2"/>
          </p:nvPr>
        </p:nvSpPr>
        <p:spPr>
          <a:xfrm>
            <a:off x="215788" y="3507600"/>
            <a:ext cx="4235700" cy="14646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18" name="Google Shape;218;p71"/>
          <p:cNvSpPr>
            <a:spLocks noGrp="1"/>
          </p:cNvSpPr>
          <p:nvPr>
            <p:ph type="pic" idx="3"/>
          </p:nvPr>
        </p:nvSpPr>
        <p:spPr>
          <a:xfrm>
            <a:off x="4692517" y="3507600"/>
            <a:ext cx="4235700" cy="14646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19" name="Google Shape;219;p71"/>
          <p:cNvSpPr/>
          <p:nvPr/>
        </p:nvSpPr>
        <p:spPr>
          <a:xfrm>
            <a:off x="0" y="0"/>
            <a:ext cx="9155700" cy="3242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71"/>
          <p:cNvSpPr txBox="1">
            <a:spLocks noGrp="1"/>
          </p:cNvSpPr>
          <p:nvPr>
            <p:ph type="subTitle" idx="1"/>
          </p:nvPr>
        </p:nvSpPr>
        <p:spPr>
          <a:xfrm>
            <a:off x="5181657" y="1504226"/>
            <a:ext cx="3088800" cy="13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595959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71"/>
          <p:cNvSpPr txBox="1">
            <a:spLocks noGrp="1"/>
          </p:cNvSpPr>
          <p:nvPr>
            <p:ph type="subTitle" idx="4"/>
          </p:nvPr>
        </p:nvSpPr>
        <p:spPr>
          <a:xfrm>
            <a:off x="873543" y="1504227"/>
            <a:ext cx="3088800" cy="13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595959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71"/>
          <p:cNvSpPr txBox="1">
            <a:spLocks noGrp="1"/>
          </p:cNvSpPr>
          <p:nvPr>
            <p:ph type="title"/>
          </p:nvPr>
        </p:nvSpPr>
        <p:spPr>
          <a:xfrm>
            <a:off x="873543" y="683925"/>
            <a:ext cx="3088800" cy="7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4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3" name="Google Shape;223;p71"/>
          <p:cNvSpPr txBox="1">
            <a:spLocks noGrp="1"/>
          </p:cNvSpPr>
          <p:nvPr>
            <p:ph type="title" idx="5"/>
          </p:nvPr>
        </p:nvSpPr>
        <p:spPr>
          <a:xfrm>
            <a:off x="5181657" y="683925"/>
            <a:ext cx="3088800" cy="7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4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224" name="Google Shape;224;p71"/>
          <p:cNvGrpSpPr/>
          <p:nvPr/>
        </p:nvGrpSpPr>
        <p:grpSpPr>
          <a:xfrm>
            <a:off x="564653" y="130177"/>
            <a:ext cx="313789" cy="206842"/>
            <a:chOff x="-792975" y="1911550"/>
            <a:chExt cx="500700" cy="388800"/>
          </a:xfrm>
        </p:grpSpPr>
        <p:sp>
          <p:nvSpPr>
            <p:cNvPr id="225" name="Google Shape;225;p71"/>
            <p:cNvSpPr/>
            <p:nvPr/>
          </p:nvSpPr>
          <p:spPr>
            <a:xfrm>
              <a:off x="-658275" y="2006500"/>
              <a:ext cx="96600" cy="2934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71"/>
            <p:cNvSpPr/>
            <p:nvPr/>
          </p:nvSpPr>
          <p:spPr>
            <a:xfrm>
              <a:off x="-523575" y="2103175"/>
              <a:ext cx="96600" cy="1971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71"/>
            <p:cNvSpPr/>
            <p:nvPr/>
          </p:nvSpPr>
          <p:spPr>
            <a:xfrm>
              <a:off x="-388875" y="2191825"/>
              <a:ext cx="96600" cy="1083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71"/>
            <p:cNvSpPr/>
            <p:nvPr/>
          </p:nvSpPr>
          <p:spPr>
            <a:xfrm>
              <a:off x="-792975" y="1911550"/>
              <a:ext cx="96600" cy="3888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9" name="Google Shape;229;p71"/>
          <p:cNvSpPr/>
          <p:nvPr/>
        </p:nvSpPr>
        <p:spPr>
          <a:xfrm>
            <a:off x="7778538" y="173300"/>
            <a:ext cx="344400" cy="1206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71"/>
          <p:cNvSpPr/>
          <p:nvPr/>
        </p:nvSpPr>
        <p:spPr>
          <a:xfrm>
            <a:off x="7778538" y="173300"/>
            <a:ext cx="313800" cy="1206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1" name="Google Shape;231;p71"/>
          <p:cNvCxnSpPr/>
          <p:nvPr/>
        </p:nvCxnSpPr>
        <p:spPr>
          <a:xfrm>
            <a:off x="-9400" y="478275"/>
            <a:ext cx="9155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Main point">
  <p:cSld name="MAIN_POINT"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72"/>
          <p:cNvSpPr/>
          <p:nvPr/>
        </p:nvSpPr>
        <p:spPr>
          <a:xfrm>
            <a:off x="0" y="0"/>
            <a:ext cx="9155700" cy="460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72"/>
          <p:cNvSpPr txBox="1">
            <a:spLocks noGrp="1"/>
          </p:cNvSpPr>
          <p:nvPr>
            <p:ph type="title"/>
          </p:nvPr>
        </p:nvSpPr>
        <p:spPr>
          <a:xfrm>
            <a:off x="1677900" y="960825"/>
            <a:ext cx="5788200" cy="28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9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>
            <a:endParaRPr/>
          </a:p>
        </p:txBody>
      </p:sp>
      <p:sp>
        <p:nvSpPr>
          <p:cNvPr id="235" name="Google Shape;235;p72"/>
          <p:cNvSpPr txBox="1">
            <a:spLocks noGrp="1"/>
          </p:cNvSpPr>
          <p:nvPr>
            <p:ph type="title" idx="2"/>
          </p:nvPr>
        </p:nvSpPr>
        <p:spPr>
          <a:xfrm>
            <a:off x="3607350" y="120050"/>
            <a:ext cx="1929300" cy="2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36" name="Google Shape;236;p72"/>
          <p:cNvSpPr/>
          <p:nvPr/>
        </p:nvSpPr>
        <p:spPr>
          <a:xfrm>
            <a:off x="7778538" y="173300"/>
            <a:ext cx="344400" cy="1206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72"/>
          <p:cNvSpPr/>
          <p:nvPr/>
        </p:nvSpPr>
        <p:spPr>
          <a:xfrm>
            <a:off x="7778538" y="173300"/>
            <a:ext cx="313800" cy="1206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8" name="Google Shape;238;p72"/>
          <p:cNvCxnSpPr/>
          <p:nvPr/>
        </p:nvCxnSpPr>
        <p:spPr>
          <a:xfrm>
            <a:off x="-9400" y="478275"/>
            <a:ext cx="9155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239" name="Google Shape;239;p72"/>
          <p:cNvGrpSpPr/>
          <p:nvPr/>
        </p:nvGrpSpPr>
        <p:grpSpPr>
          <a:xfrm>
            <a:off x="564653" y="130177"/>
            <a:ext cx="313789" cy="206842"/>
            <a:chOff x="-792975" y="1911550"/>
            <a:chExt cx="500700" cy="388800"/>
          </a:xfrm>
        </p:grpSpPr>
        <p:sp>
          <p:nvSpPr>
            <p:cNvPr id="240" name="Google Shape;240;p72"/>
            <p:cNvSpPr/>
            <p:nvPr/>
          </p:nvSpPr>
          <p:spPr>
            <a:xfrm>
              <a:off x="-658275" y="2006500"/>
              <a:ext cx="96600" cy="2934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72"/>
            <p:cNvSpPr/>
            <p:nvPr/>
          </p:nvSpPr>
          <p:spPr>
            <a:xfrm>
              <a:off x="-523575" y="2103175"/>
              <a:ext cx="96600" cy="1971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72"/>
            <p:cNvSpPr/>
            <p:nvPr/>
          </p:nvSpPr>
          <p:spPr>
            <a:xfrm>
              <a:off x="-388875" y="2191825"/>
              <a:ext cx="96600" cy="1083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72"/>
            <p:cNvSpPr/>
            <p:nvPr/>
          </p:nvSpPr>
          <p:spPr>
            <a:xfrm>
              <a:off x="-792975" y="1911550"/>
              <a:ext cx="96600" cy="3888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ackground">
  <p:cSld name="BLANK_1_1_1_1_1_1_1_2"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95"/>
          <p:cNvSpPr/>
          <p:nvPr/>
        </p:nvSpPr>
        <p:spPr>
          <a:xfrm>
            <a:off x="0" y="0"/>
            <a:ext cx="9155700" cy="130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6" name="Google Shape;506;p95"/>
          <p:cNvGrpSpPr/>
          <p:nvPr/>
        </p:nvGrpSpPr>
        <p:grpSpPr>
          <a:xfrm>
            <a:off x="564653" y="130177"/>
            <a:ext cx="313789" cy="206842"/>
            <a:chOff x="-792975" y="1911550"/>
            <a:chExt cx="500700" cy="388800"/>
          </a:xfrm>
        </p:grpSpPr>
        <p:sp>
          <p:nvSpPr>
            <p:cNvPr id="507" name="Google Shape;507;p95"/>
            <p:cNvSpPr/>
            <p:nvPr/>
          </p:nvSpPr>
          <p:spPr>
            <a:xfrm>
              <a:off x="-658275" y="2006500"/>
              <a:ext cx="96600" cy="2934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95"/>
            <p:cNvSpPr/>
            <p:nvPr/>
          </p:nvSpPr>
          <p:spPr>
            <a:xfrm>
              <a:off x="-523575" y="2103175"/>
              <a:ext cx="96600" cy="1971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95"/>
            <p:cNvSpPr/>
            <p:nvPr/>
          </p:nvSpPr>
          <p:spPr>
            <a:xfrm>
              <a:off x="-388875" y="2191825"/>
              <a:ext cx="96600" cy="1083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95"/>
            <p:cNvSpPr/>
            <p:nvPr/>
          </p:nvSpPr>
          <p:spPr>
            <a:xfrm>
              <a:off x="-792975" y="1911550"/>
              <a:ext cx="96600" cy="3888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1" name="Google Shape;511;p95"/>
          <p:cNvSpPr/>
          <p:nvPr/>
        </p:nvSpPr>
        <p:spPr>
          <a:xfrm>
            <a:off x="7778538" y="173300"/>
            <a:ext cx="344400" cy="1206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95"/>
          <p:cNvSpPr/>
          <p:nvPr/>
        </p:nvSpPr>
        <p:spPr>
          <a:xfrm>
            <a:off x="7778538" y="173300"/>
            <a:ext cx="313800" cy="1206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3" name="Google Shape;513;p95"/>
          <p:cNvCxnSpPr/>
          <p:nvPr/>
        </p:nvCxnSpPr>
        <p:spPr>
          <a:xfrm>
            <a:off x="-9400" y="478275"/>
            <a:ext cx="9155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ackground 1">
  <p:cSld name="BLANK_1_1_1_1_1_1_1_1_1"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96"/>
          <p:cNvSpPr/>
          <p:nvPr/>
        </p:nvSpPr>
        <p:spPr>
          <a:xfrm>
            <a:off x="0" y="0"/>
            <a:ext cx="9155700" cy="1305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6" name="Google Shape;516;p96"/>
          <p:cNvGrpSpPr/>
          <p:nvPr/>
        </p:nvGrpSpPr>
        <p:grpSpPr>
          <a:xfrm>
            <a:off x="564653" y="130177"/>
            <a:ext cx="313789" cy="206842"/>
            <a:chOff x="-792975" y="1911550"/>
            <a:chExt cx="500700" cy="388800"/>
          </a:xfrm>
        </p:grpSpPr>
        <p:sp>
          <p:nvSpPr>
            <p:cNvPr id="517" name="Google Shape;517;p96"/>
            <p:cNvSpPr/>
            <p:nvPr/>
          </p:nvSpPr>
          <p:spPr>
            <a:xfrm>
              <a:off x="-658275" y="2006500"/>
              <a:ext cx="96600" cy="2934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96"/>
            <p:cNvSpPr/>
            <p:nvPr/>
          </p:nvSpPr>
          <p:spPr>
            <a:xfrm>
              <a:off x="-523575" y="2103175"/>
              <a:ext cx="96600" cy="1971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96"/>
            <p:cNvSpPr/>
            <p:nvPr/>
          </p:nvSpPr>
          <p:spPr>
            <a:xfrm>
              <a:off x="-388875" y="2191825"/>
              <a:ext cx="96600" cy="1083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96"/>
            <p:cNvSpPr/>
            <p:nvPr/>
          </p:nvSpPr>
          <p:spPr>
            <a:xfrm>
              <a:off x="-792975" y="1911550"/>
              <a:ext cx="96600" cy="3888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1" name="Google Shape;521;p96"/>
          <p:cNvSpPr/>
          <p:nvPr/>
        </p:nvSpPr>
        <p:spPr>
          <a:xfrm>
            <a:off x="7778538" y="173300"/>
            <a:ext cx="344400" cy="1206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96"/>
          <p:cNvSpPr/>
          <p:nvPr/>
        </p:nvSpPr>
        <p:spPr>
          <a:xfrm>
            <a:off x="7778538" y="173300"/>
            <a:ext cx="313800" cy="1206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3" name="Google Shape;523;p96"/>
          <p:cNvCxnSpPr/>
          <p:nvPr/>
        </p:nvCxnSpPr>
        <p:spPr>
          <a:xfrm>
            <a:off x="-9400" y="478275"/>
            <a:ext cx="9155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ackground 2">
  <p:cSld name="BLANK_1_1_1_1_1_1_1_1_1_1"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97"/>
          <p:cNvSpPr/>
          <p:nvPr/>
        </p:nvSpPr>
        <p:spPr>
          <a:xfrm>
            <a:off x="0" y="0"/>
            <a:ext cx="9155700" cy="1305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6" name="Google Shape;526;p97"/>
          <p:cNvGrpSpPr/>
          <p:nvPr/>
        </p:nvGrpSpPr>
        <p:grpSpPr>
          <a:xfrm>
            <a:off x="564653" y="130177"/>
            <a:ext cx="313789" cy="206842"/>
            <a:chOff x="-792975" y="1911550"/>
            <a:chExt cx="500700" cy="388800"/>
          </a:xfrm>
        </p:grpSpPr>
        <p:sp>
          <p:nvSpPr>
            <p:cNvPr id="527" name="Google Shape;527;p97"/>
            <p:cNvSpPr/>
            <p:nvPr/>
          </p:nvSpPr>
          <p:spPr>
            <a:xfrm>
              <a:off x="-658275" y="2006500"/>
              <a:ext cx="96600" cy="2934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97"/>
            <p:cNvSpPr/>
            <p:nvPr/>
          </p:nvSpPr>
          <p:spPr>
            <a:xfrm>
              <a:off x="-523575" y="2103175"/>
              <a:ext cx="96600" cy="1971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97"/>
            <p:cNvSpPr/>
            <p:nvPr/>
          </p:nvSpPr>
          <p:spPr>
            <a:xfrm>
              <a:off x="-388875" y="2191825"/>
              <a:ext cx="96600" cy="1083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97"/>
            <p:cNvSpPr/>
            <p:nvPr/>
          </p:nvSpPr>
          <p:spPr>
            <a:xfrm>
              <a:off x="-792975" y="1911550"/>
              <a:ext cx="96600" cy="3888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1" name="Google Shape;531;p97"/>
          <p:cNvSpPr/>
          <p:nvPr/>
        </p:nvSpPr>
        <p:spPr>
          <a:xfrm>
            <a:off x="7778538" y="173300"/>
            <a:ext cx="344400" cy="1206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97"/>
          <p:cNvSpPr/>
          <p:nvPr/>
        </p:nvSpPr>
        <p:spPr>
          <a:xfrm>
            <a:off x="7778538" y="173300"/>
            <a:ext cx="313800" cy="1206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3" name="Google Shape;533;p97"/>
          <p:cNvCxnSpPr/>
          <p:nvPr/>
        </p:nvCxnSpPr>
        <p:spPr>
          <a:xfrm>
            <a:off x="-9400" y="478275"/>
            <a:ext cx="9155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 flip="none" rotWithShape="1">
          <a:gsLst>
            <a:gs pos="0">
              <a:srgbClr val="6E96F4"/>
            </a:gs>
            <a:gs pos="47000">
              <a:srgbClr val="6E96F4"/>
            </a:gs>
            <a:gs pos="100000">
              <a:srgbClr val="C1D1FE"/>
            </a:gs>
          </a:gsLst>
          <a:lin ang="5400000" scaled="1"/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7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tamaran"/>
              <a:buNone/>
              <a:defRPr sz="3500" b="1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tamaran"/>
              <a:buNone/>
              <a:defRPr sz="3500" b="1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tamaran"/>
              <a:buNone/>
              <a:defRPr sz="3500" b="1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tamaran"/>
              <a:buNone/>
              <a:defRPr sz="3500" b="1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tamaran"/>
              <a:buNone/>
              <a:defRPr sz="3500" b="1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tamaran"/>
              <a:buNone/>
              <a:defRPr sz="3500" b="1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tamaran"/>
              <a:buNone/>
              <a:defRPr sz="3500" b="1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tamaran"/>
              <a:buNone/>
              <a:defRPr sz="3500" b="1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tamaran"/>
              <a:buNone/>
              <a:defRPr sz="3500" b="1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endParaRPr/>
          </a:p>
        </p:txBody>
      </p:sp>
      <p:sp>
        <p:nvSpPr>
          <p:cNvPr id="7" name="Google Shape;7;p57"/>
          <p:cNvSpPr txBox="1">
            <a:spLocks noGrp="1"/>
          </p:cNvSpPr>
          <p:nvPr>
            <p:ph type="body" idx="1"/>
          </p:nvPr>
        </p:nvSpPr>
        <p:spPr>
          <a:xfrm>
            <a:off x="713225" y="1573200"/>
            <a:ext cx="7717500" cy="29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●"/>
              <a:defRPr sz="14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○"/>
              <a:defRPr sz="14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■"/>
              <a:defRPr sz="14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●"/>
              <a:defRPr sz="14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○"/>
              <a:defRPr sz="14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■"/>
              <a:defRPr sz="14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●"/>
              <a:defRPr sz="14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○"/>
              <a:defRPr sz="14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■"/>
              <a:defRPr sz="14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82" r:id="rId16"/>
    <p:sldLayoutId id="2147483683" r:id="rId17"/>
    <p:sldLayoutId id="2147483684" r:id="rId18"/>
    <p:sldLayoutId id="2147483685" r:id="rId1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jpg"/><Relationship Id="rId5" Type="http://schemas.openxmlformats.org/officeDocument/2006/relationships/image" Target="../media/image17.jpg"/><Relationship Id="rId4" Type="http://schemas.openxmlformats.org/officeDocument/2006/relationships/image" Target="../media/image16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eg"/><Relationship Id="rId3" Type="http://schemas.openxmlformats.org/officeDocument/2006/relationships/image" Target="../media/image21.png"/><Relationship Id="rId7" Type="http://schemas.openxmlformats.org/officeDocument/2006/relationships/image" Target="../media/image2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3.png"/><Relationship Id="rId5" Type="http://schemas.openxmlformats.org/officeDocument/2006/relationships/image" Target="../media/image22.jpg"/><Relationship Id="rId4" Type="http://schemas.openxmlformats.org/officeDocument/2006/relationships/image" Target="../media/image7.png"/><Relationship Id="rId9" Type="http://schemas.openxmlformats.org/officeDocument/2006/relationships/image" Target="../media/image26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5200"/>
              <a:buNone/>
            </a:pPr>
            <a:r>
              <a:rPr lang="en"/>
              <a:t>MIGRATIO</a:t>
            </a:r>
            <a:endParaRPr/>
          </a:p>
        </p:txBody>
      </p:sp>
      <p:sp>
        <p:nvSpPr>
          <p:cNvPr id="545" name="Google Shape;545;p1"/>
          <p:cNvSpPr txBox="1">
            <a:spLocks noGrp="1"/>
          </p:cNvSpPr>
          <p:nvPr>
            <p:ph type="subTitle" idx="1"/>
          </p:nvPr>
        </p:nvSpPr>
        <p:spPr>
          <a:xfrm>
            <a:off x="2671991" y="2040341"/>
            <a:ext cx="3824838" cy="1425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 b="1" dirty="0">
                <a:solidFill>
                  <a:schemeClr val="bg1">
                    <a:lumMod val="10000"/>
                  </a:schemeClr>
                </a:solidFill>
              </a:rPr>
              <a:t>Eduardo Villegas</a:t>
            </a:r>
            <a:br>
              <a:rPr lang="en" b="1" dirty="0">
                <a:solidFill>
                  <a:schemeClr val="bg1">
                    <a:lumMod val="10000"/>
                  </a:schemeClr>
                </a:solidFill>
              </a:rPr>
            </a:br>
            <a:r>
              <a:rPr lang="en" b="1" dirty="0">
                <a:solidFill>
                  <a:schemeClr val="bg1">
                    <a:lumMod val="10000"/>
                  </a:schemeClr>
                </a:solidFill>
              </a:rPr>
              <a:t>Percy </a:t>
            </a:r>
            <a:r>
              <a:rPr lang="en" b="1" dirty="0" err="1">
                <a:solidFill>
                  <a:schemeClr val="bg1">
                    <a:lumMod val="10000"/>
                  </a:schemeClr>
                </a:solidFill>
              </a:rPr>
              <a:t>Santibañez</a:t>
            </a:r>
            <a:endParaRPr b="1" dirty="0">
              <a:solidFill>
                <a:schemeClr val="bg1">
                  <a:lumMod val="10000"/>
                </a:schemeClr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endParaRPr b="1" dirty="0">
              <a:solidFill>
                <a:schemeClr val="bg1">
                  <a:lumMod val="10000"/>
                </a:schemeClr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 b="1" dirty="0" err="1">
                <a:solidFill>
                  <a:schemeClr val="bg1">
                    <a:lumMod val="10000"/>
                  </a:schemeClr>
                </a:solidFill>
              </a:rPr>
              <a:t>Profesor</a:t>
            </a:r>
            <a:r>
              <a:rPr lang="en" b="1" dirty="0">
                <a:solidFill>
                  <a:schemeClr val="bg1">
                    <a:lumMod val="10000"/>
                  </a:schemeClr>
                </a:solidFill>
              </a:rPr>
              <a:t>: Mauricio Figueroa</a:t>
            </a:r>
            <a:endParaRPr b="1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546" name="Google Shape;546;p1"/>
          <p:cNvSpPr txBox="1">
            <a:spLocks noGrp="1"/>
          </p:cNvSpPr>
          <p:nvPr>
            <p:ph type="ctrTitle" idx="7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3500"/>
              <a:buNone/>
            </a:pPr>
            <a:r>
              <a:rPr lang="en"/>
              <a:t>Capstone</a:t>
            </a:r>
            <a:endParaRPr/>
          </a:p>
        </p:txBody>
      </p:sp>
      <p:sp>
        <p:nvSpPr>
          <p:cNvPr id="547" name="Google Shape;547;p1"/>
          <p:cNvSpPr/>
          <p:nvPr/>
        </p:nvSpPr>
        <p:spPr>
          <a:xfrm>
            <a:off x="3421114" y="1745030"/>
            <a:ext cx="207300" cy="2070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5" name="Google Shape;555;p1" descr="Imagen generada"/>
          <p:cNvPicPr preferRelativeResize="0"/>
          <p:nvPr/>
        </p:nvPicPr>
        <p:blipFill rotWithShape="1">
          <a:blip r:embed="rId3">
            <a:alphaModFix/>
          </a:blip>
          <a:srcRect l="21647"/>
          <a:stretch/>
        </p:blipFill>
        <p:spPr>
          <a:xfrm>
            <a:off x="107786" y="3378321"/>
            <a:ext cx="1687612" cy="1468456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  <p:sp>
        <p:nvSpPr>
          <p:cNvPr id="556" name="Google Shape;556;p1"/>
          <p:cNvSpPr/>
          <p:nvPr/>
        </p:nvSpPr>
        <p:spPr>
          <a:xfrm>
            <a:off x="107786" y="3378081"/>
            <a:ext cx="1667364" cy="1468696"/>
          </a:xfrm>
          <a:prstGeom prst="roundRect">
            <a:avLst>
              <a:gd name="adj" fmla="val 16667"/>
            </a:avLst>
          </a:prstGeom>
          <a:solidFill>
            <a:srgbClr val="2D3239">
              <a:alpha val="164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7" name="Google Shape;557;p1"/>
          <p:cNvPicPr preferRelativeResize="0"/>
          <p:nvPr/>
        </p:nvPicPr>
        <p:blipFill rotWithShape="1">
          <a:blip r:embed="rId4">
            <a:alphaModFix/>
          </a:blip>
          <a:srcRect r="11813"/>
          <a:stretch/>
        </p:blipFill>
        <p:spPr>
          <a:xfrm>
            <a:off x="1901783" y="3378321"/>
            <a:ext cx="1726631" cy="1468456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  <p:pic>
        <p:nvPicPr>
          <p:cNvPr id="558" name="Google Shape;558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407349" y="3378321"/>
            <a:ext cx="1581487" cy="1468456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  <p:pic>
        <p:nvPicPr>
          <p:cNvPr id="559" name="Google Shape;559;p1"/>
          <p:cNvPicPr preferRelativeResize="0"/>
          <p:nvPr/>
        </p:nvPicPr>
        <p:blipFill rotWithShape="1">
          <a:blip r:embed="rId6">
            <a:alphaModFix/>
          </a:blip>
          <a:srcRect l="17704"/>
          <a:stretch/>
        </p:blipFill>
        <p:spPr>
          <a:xfrm>
            <a:off x="5493035" y="3378321"/>
            <a:ext cx="1787681" cy="1468456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  <p:sp>
        <p:nvSpPr>
          <p:cNvPr id="560" name="Google Shape;560;p1"/>
          <p:cNvSpPr/>
          <p:nvPr/>
        </p:nvSpPr>
        <p:spPr>
          <a:xfrm>
            <a:off x="1875475" y="3410873"/>
            <a:ext cx="1731875" cy="1435904"/>
          </a:xfrm>
          <a:prstGeom prst="roundRect">
            <a:avLst>
              <a:gd name="adj" fmla="val 16667"/>
            </a:avLst>
          </a:prstGeom>
          <a:solidFill>
            <a:srgbClr val="2D3239">
              <a:alpha val="164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1"/>
          <p:cNvSpPr/>
          <p:nvPr/>
        </p:nvSpPr>
        <p:spPr>
          <a:xfrm>
            <a:off x="7407348" y="3378081"/>
            <a:ext cx="1581487" cy="1468695"/>
          </a:xfrm>
          <a:prstGeom prst="roundRect">
            <a:avLst>
              <a:gd name="adj" fmla="val 16667"/>
            </a:avLst>
          </a:prstGeom>
          <a:solidFill>
            <a:srgbClr val="2D3239">
              <a:alpha val="164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1"/>
          <p:cNvSpPr/>
          <p:nvPr/>
        </p:nvSpPr>
        <p:spPr>
          <a:xfrm>
            <a:off x="5493035" y="3378081"/>
            <a:ext cx="1787681" cy="1468695"/>
          </a:xfrm>
          <a:prstGeom prst="roundRect">
            <a:avLst>
              <a:gd name="adj" fmla="val 16667"/>
            </a:avLst>
          </a:prstGeom>
          <a:solidFill>
            <a:srgbClr val="2D3239">
              <a:alpha val="164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6" name="Google Shape;566;p1" title="Diseño sin título (1)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-59997" y="60429"/>
            <a:ext cx="2133600" cy="197991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Elipse 8">
            <a:extLst>
              <a:ext uri="{FF2B5EF4-FFF2-40B4-BE49-F238E27FC236}">
                <a16:creationId xmlns:a16="http://schemas.microsoft.com/office/drawing/2014/main" id="{2CE08EF8-DA93-3C9C-00D2-4AF9F236CF56}"/>
              </a:ext>
            </a:extLst>
          </p:cNvPr>
          <p:cNvSpPr/>
          <p:nvPr/>
        </p:nvSpPr>
        <p:spPr>
          <a:xfrm>
            <a:off x="7541825" y="453844"/>
            <a:ext cx="1187128" cy="1119456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9B9796F6-7CEE-5C07-7602-525BCDCC7A2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4426" y="910608"/>
            <a:ext cx="1031271" cy="25378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2"/>
          <p:cNvSpPr/>
          <p:nvPr/>
        </p:nvSpPr>
        <p:spPr>
          <a:xfrm>
            <a:off x="0" y="1765005"/>
            <a:ext cx="9144000" cy="2587255"/>
          </a:xfrm>
          <a:prstGeom prst="rect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000"/>
              <a:t>Tabla de contenido</a:t>
            </a:r>
            <a:endParaRPr sz="3000"/>
          </a:p>
        </p:txBody>
      </p:sp>
      <p:sp>
        <p:nvSpPr>
          <p:cNvPr id="573" name="Google Shape;573;p2"/>
          <p:cNvSpPr txBox="1">
            <a:spLocks noGrp="1"/>
          </p:cNvSpPr>
          <p:nvPr>
            <p:ph type="title" idx="2"/>
          </p:nvPr>
        </p:nvSpPr>
        <p:spPr>
          <a:xfrm>
            <a:off x="585850" y="2664841"/>
            <a:ext cx="561978" cy="233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400"/>
              <a:t>01</a:t>
            </a:r>
            <a:endParaRPr sz="1400"/>
          </a:p>
        </p:txBody>
      </p:sp>
      <p:sp>
        <p:nvSpPr>
          <p:cNvPr id="588" name="Google Shape;588;p2"/>
          <p:cNvSpPr txBox="1">
            <a:spLocks noGrp="1"/>
          </p:cNvSpPr>
          <p:nvPr>
            <p:ph type="subTitle" idx="1"/>
          </p:nvPr>
        </p:nvSpPr>
        <p:spPr>
          <a:xfrm>
            <a:off x="2992349" y="3242091"/>
            <a:ext cx="1271449" cy="851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400"/>
              <a:t>Requisitos no funcionales</a:t>
            </a:r>
            <a:endParaRPr sz="1400"/>
          </a:p>
        </p:txBody>
      </p:sp>
      <p:sp>
        <p:nvSpPr>
          <p:cNvPr id="589" name="Google Shape;589;p2"/>
          <p:cNvSpPr txBox="1">
            <a:spLocks noGrp="1"/>
          </p:cNvSpPr>
          <p:nvPr>
            <p:ph type="subTitle" idx="3"/>
          </p:nvPr>
        </p:nvSpPr>
        <p:spPr>
          <a:xfrm>
            <a:off x="2380496" y="2069454"/>
            <a:ext cx="1271449" cy="598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400"/>
              <a:t>Requisitos Funcionales</a:t>
            </a:r>
            <a:endParaRPr sz="1400"/>
          </a:p>
        </p:txBody>
      </p:sp>
      <p:sp>
        <p:nvSpPr>
          <p:cNvPr id="577" name="Google Shape;577;p2"/>
          <p:cNvSpPr txBox="1">
            <a:spLocks noGrp="1"/>
          </p:cNvSpPr>
          <p:nvPr>
            <p:ph type="title" idx="4"/>
          </p:nvPr>
        </p:nvSpPr>
        <p:spPr>
          <a:xfrm>
            <a:off x="976028" y="3039354"/>
            <a:ext cx="508033" cy="262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400"/>
              <a:t>02</a:t>
            </a:r>
            <a:endParaRPr sz="1400"/>
          </a:p>
        </p:txBody>
      </p:sp>
      <p:sp>
        <p:nvSpPr>
          <p:cNvPr id="590" name="Google Shape;590;p2"/>
          <p:cNvSpPr txBox="1">
            <a:spLocks noGrp="1"/>
          </p:cNvSpPr>
          <p:nvPr>
            <p:ph type="subTitle" idx="5"/>
          </p:nvPr>
        </p:nvSpPr>
        <p:spPr>
          <a:xfrm>
            <a:off x="3665807" y="2362320"/>
            <a:ext cx="1337459" cy="306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400"/>
              <a:t>Arquitectura</a:t>
            </a:r>
            <a:endParaRPr sz="1400"/>
          </a:p>
        </p:txBody>
      </p:sp>
      <p:sp>
        <p:nvSpPr>
          <p:cNvPr id="591" name="Google Shape;591;p2"/>
          <p:cNvSpPr txBox="1">
            <a:spLocks noGrp="1"/>
          </p:cNvSpPr>
          <p:nvPr>
            <p:ph type="subTitle" idx="6"/>
          </p:nvPr>
        </p:nvSpPr>
        <p:spPr>
          <a:xfrm>
            <a:off x="1826789" y="3307882"/>
            <a:ext cx="107518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400"/>
              <a:t>Solución</a:t>
            </a:r>
            <a:endParaRPr sz="1400"/>
          </a:p>
        </p:txBody>
      </p:sp>
      <p:sp>
        <p:nvSpPr>
          <p:cNvPr id="578" name="Google Shape;578;p2"/>
          <p:cNvSpPr txBox="1">
            <a:spLocks noGrp="1"/>
          </p:cNvSpPr>
          <p:nvPr>
            <p:ph type="title" idx="7"/>
          </p:nvPr>
        </p:nvSpPr>
        <p:spPr>
          <a:xfrm>
            <a:off x="1563946" y="2706249"/>
            <a:ext cx="499257" cy="178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400"/>
              <a:t>03</a:t>
            </a:r>
            <a:endParaRPr sz="1400"/>
          </a:p>
        </p:txBody>
      </p:sp>
      <p:sp>
        <p:nvSpPr>
          <p:cNvPr id="592" name="Google Shape;592;p2"/>
          <p:cNvSpPr txBox="1">
            <a:spLocks noGrp="1"/>
          </p:cNvSpPr>
          <p:nvPr>
            <p:ph type="subTitle" idx="8"/>
          </p:nvPr>
        </p:nvSpPr>
        <p:spPr>
          <a:xfrm>
            <a:off x="4276362" y="3365590"/>
            <a:ext cx="1319448" cy="302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400"/>
              <a:t>Metodologia</a:t>
            </a:r>
            <a:endParaRPr sz="1400"/>
          </a:p>
        </p:txBody>
      </p:sp>
      <p:sp>
        <p:nvSpPr>
          <p:cNvPr id="587" name="Google Shape;587;p2"/>
          <p:cNvSpPr txBox="1">
            <a:spLocks noGrp="1"/>
          </p:cNvSpPr>
          <p:nvPr>
            <p:ph type="subTitle" idx="9"/>
          </p:nvPr>
        </p:nvSpPr>
        <p:spPr>
          <a:xfrm>
            <a:off x="7118101" y="2257704"/>
            <a:ext cx="1175580" cy="305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400"/>
              <a:t>Conclusion</a:t>
            </a:r>
            <a:endParaRPr sz="1400"/>
          </a:p>
        </p:txBody>
      </p:sp>
      <p:sp>
        <p:nvSpPr>
          <p:cNvPr id="586" name="Google Shape;586;p2"/>
          <p:cNvSpPr txBox="1">
            <a:spLocks noGrp="1"/>
          </p:cNvSpPr>
          <p:nvPr>
            <p:ph type="subTitle" idx="14"/>
          </p:nvPr>
        </p:nvSpPr>
        <p:spPr>
          <a:xfrm>
            <a:off x="6548329" y="3226946"/>
            <a:ext cx="1389806" cy="29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400" dirty="0" err="1"/>
              <a:t>Cronograma</a:t>
            </a:r>
            <a:endParaRPr sz="1400" dirty="0"/>
          </a:p>
        </p:txBody>
      </p:sp>
      <p:sp>
        <p:nvSpPr>
          <p:cNvPr id="585" name="Google Shape;585;p2"/>
          <p:cNvSpPr txBox="1">
            <a:spLocks noGrp="1"/>
          </p:cNvSpPr>
          <p:nvPr>
            <p:ph type="subTitle" idx="15"/>
          </p:nvPr>
        </p:nvSpPr>
        <p:spPr>
          <a:xfrm>
            <a:off x="5954072" y="2410298"/>
            <a:ext cx="1132997" cy="301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400"/>
              <a:t>Evidencias </a:t>
            </a:r>
            <a:endParaRPr sz="1400"/>
          </a:p>
        </p:txBody>
      </p:sp>
      <p:sp>
        <p:nvSpPr>
          <p:cNvPr id="584" name="Google Shape;584;p2"/>
          <p:cNvSpPr txBox="1">
            <a:spLocks noGrp="1"/>
          </p:cNvSpPr>
          <p:nvPr>
            <p:ph type="subTitle" idx="4294967295"/>
          </p:nvPr>
        </p:nvSpPr>
        <p:spPr>
          <a:xfrm>
            <a:off x="8380413" y="3344863"/>
            <a:ext cx="763587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400" dirty="0" err="1"/>
              <a:t>Epicas</a:t>
            </a:r>
            <a:endParaRPr sz="1400" dirty="0"/>
          </a:p>
        </p:txBody>
      </p:sp>
      <p:sp>
        <p:nvSpPr>
          <p:cNvPr id="583" name="Google Shape;583;p2"/>
          <p:cNvSpPr txBox="1">
            <a:spLocks noGrp="1"/>
          </p:cNvSpPr>
          <p:nvPr>
            <p:ph type="subTitle" idx="4294967295"/>
          </p:nvPr>
        </p:nvSpPr>
        <p:spPr>
          <a:xfrm>
            <a:off x="8470900" y="2379663"/>
            <a:ext cx="673100" cy="287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400" dirty="0"/>
              <a:t>Roles</a:t>
            </a:r>
            <a:endParaRPr sz="1400" dirty="0"/>
          </a:p>
        </p:txBody>
      </p:sp>
      <p:sp>
        <p:nvSpPr>
          <p:cNvPr id="582" name="Google Shape;582;p2"/>
          <p:cNvSpPr txBox="1">
            <a:spLocks noGrp="1"/>
          </p:cNvSpPr>
          <p:nvPr>
            <p:ph type="subTitle" idx="4294967295"/>
          </p:nvPr>
        </p:nvSpPr>
        <p:spPr>
          <a:xfrm>
            <a:off x="0" y="2211388"/>
            <a:ext cx="1085850" cy="339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400" dirty="0" err="1"/>
              <a:t>Contexto</a:t>
            </a:r>
            <a:endParaRPr sz="1400" dirty="0"/>
          </a:p>
        </p:txBody>
      </p:sp>
      <p:sp>
        <p:nvSpPr>
          <p:cNvPr id="581" name="Google Shape;581;p2"/>
          <p:cNvSpPr txBox="1">
            <a:spLocks noGrp="1"/>
          </p:cNvSpPr>
          <p:nvPr>
            <p:ph type="subTitle" idx="4294967295"/>
          </p:nvPr>
        </p:nvSpPr>
        <p:spPr>
          <a:xfrm>
            <a:off x="0" y="3289300"/>
            <a:ext cx="1060450" cy="29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400" dirty="0" err="1"/>
              <a:t>Problema</a:t>
            </a:r>
            <a:endParaRPr sz="1400" dirty="0"/>
          </a:p>
        </p:txBody>
      </p:sp>
      <p:sp>
        <p:nvSpPr>
          <p:cNvPr id="580" name="Google Shape;580;p2"/>
          <p:cNvSpPr txBox="1">
            <a:spLocks noGrp="1"/>
          </p:cNvSpPr>
          <p:nvPr>
            <p:ph type="subTitle" idx="4294967295"/>
          </p:nvPr>
        </p:nvSpPr>
        <p:spPr>
          <a:xfrm>
            <a:off x="0" y="2193925"/>
            <a:ext cx="1308100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400" dirty="0" err="1"/>
              <a:t>Necesidad</a:t>
            </a:r>
            <a:endParaRPr sz="1400" dirty="0"/>
          </a:p>
        </p:txBody>
      </p:sp>
      <p:sp>
        <p:nvSpPr>
          <p:cNvPr id="574" name="Google Shape;574;p2"/>
          <p:cNvSpPr/>
          <p:nvPr/>
        </p:nvSpPr>
        <p:spPr>
          <a:xfrm>
            <a:off x="2664487" y="670900"/>
            <a:ext cx="207300" cy="207000"/>
          </a:xfrm>
          <a:prstGeom prst="ellipse">
            <a:avLst/>
          </a:prstGeom>
          <a:solidFill>
            <a:schemeClr val="accent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6" name="Google Shape;576;p2"/>
          <p:cNvCxnSpPr/>
          <p:nvPr/>
        </p:nvCxnSpPr>
        <p:spPr>
          <a:xfrm>
            <a:off x="532788" y="2975241"/>
            <a:ext cx="77100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79" name="Google Shape;579;p2"/>
          <p:cNvSpPr txBox="1"/>
          <p:nvPr/>
        </p:nvSpPr>
        <p:spPr>
          <a:xfrm>
            <a:off x="2128602" y="3042963"/>
            <a:ext cx="535885" cy="255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tamaran"/>
              <a:buNone/>
            </a:pPr>
            <a:r>
              <a:rPr lang="en" sz="1400" b="1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04</a:t>
            </a:r>
            <a:endParaRPr sz="1400" b="1" i="0" u="none" strike="noStrike" cap="none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593" name="Google Shape;593;p2"/>
          <p:cNvSpPr txBox="1"/>
          <p:nvPr/>
        </p:nvSpPr>
        <p:spPr>
          <a:xfrm>
            <a:off x="5843759" y="3078469"/>
            <a:ext cx="464487" cy="269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tamaran"/>
              <a:buNone/>
            </a:pPr>
            <a:r>
              <a:rPr lang="en" sz="1400" b="1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10</a:t>
            </a:r>
            <a:endParaRPr sz="1400" b="1" i="0" u="none" strike="noStrike" cap="none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594" name="Google Shape;594;p2"/>
          <p:cNvSpPr txBox="1"/>
          <p:nvPr/>
        </p:nvSpPr>
        <p:spPr>
          <a:xfrm>
            <a:off x="3380703" y="3079893"/>
            <a:ext cx="494739" cy="187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tamaran"/>
              <a:buNone/>
            </a:pPr>
            <a:r>
              <a:rPr lang="en" sz="1400" b="1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06</a:t>
            </a:r>
            <a:endParaRPr sz="1400" b="1" i="0" u="none" strike="noStrike" cap="none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595" name="Google Shape;595;p2"/>
          <p:cNvSpPr txBox="1"/>
          <p:nvPr/>
        </p:nvSpPr>
        <p:spPr>
          <a:xfrm>
            <a:off x="4640624" y="3079893"/>
            <a:ext cx="590923" cy="216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tamaran"/>
              <a:buNone/>
            </a:pPr>
            <a:r>
              <a:rPr lang="en" sz="1400" b="1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08</a:t>
            </a:r>
            <a:endParaRPr sz="1400" b="1" i="0" u="none" strike="noStrike" cap="none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596" name="Google Shape;596;p2"/>
          <p:cNvSpPr txBox="1"/>
          <p:nvPr/>
        </p:nvSpPr>
        <p:spPr>
          <a:xfrm>
            <a:off x="4007757" y="2664841"/>
            <a:ext cx="476675" cy="344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tamaran"/>
              <a:buNone/>
            </a:pPr>
            <a:r>
              <a:rPr lang="en" sz="1400" b="1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07</a:t>
            </a:r>
            <a:endParaRPr sz="1400" b="1" i="0" u="none" strike="noStrike" cap="none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597" name="Google Shape;597;p2"/>
          <p:cNvSpPr txBox="1"/>
          <p:nvPr/>
        </p:nvSpPr>
        <p:spPr>
          <a:xfrm>
            <a:off x="5182606" y="2749773"/>
            <a:ext cx="515668" cy="164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tamaran"/>
              <a:buNone/>
            </a:pPr>
            <a:r>
              <a:rPr lang="en" sz="1400" b="1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09</a:t>
            </a:r>
            <a:endParaRPr/>
          </a:p>
        </p:txBody>
      </p:sp>
      <p:sp>
        <p:nvSpPr>
          <p:cNvPr id="598" name="Google Shape;598;p2"/>
          <p:cNvSpPr txBox="1"/>
          <p:nvPr/>
        </p:nvSpPr>
        <p:spPr>
          <a:xfrm>
            <a:off x="2733629" y="2702673"/>
            <a:ext cx="517439" cy="212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tamaran"/>
              <a:buNone/>
            </a:pPr>
            <a:r>
              <a:rPr lang="en" sz="1400" b="1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05</a:t>
            </a:r>
            <a:endParaRPr sz="1400" b="1" i="0" u="none" strike="noStrike" cap="none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599" name="Google Shape;599;p2"/>
          <p:cNvSpPr txBox="1"/>
          <p:nvPr/>
        </p:nvSpPr>
        <p:spPr>
          <a:xfrm>
            <a:off x="7473648" y="2629325"/>
            <a:ext cx="464487" cy="269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tamaran"/>
              <a:buNone/>
            </a:pPr>
            <a:r>
              <a:rPr lang="en" sz="1400" b="1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13</a:t>
            </a:r>
            <a:endParaRPr/>
          </a:p>
        </p:txBody>
      </p:sp>
      <p:sp>
        <p:nvSpPr>
          <p:cNvPr id="600" name="Google Shape;600;p2"/>
          <p:cNvSpPr txBox="1"/>
          <p:nvPr/>
        </p:nvSpPr>
        <p:spPr>
          <a:xfrm>
            <a:off x="6852182" y="3039354"/>
            <a:ext cx="464487" cy="269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tamaran"/>
              <a:buNone/>
            </a:pPr>
            <a:r>
              <a:rPr lang="en" sz="1400" b="1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12</a:t>
            </a:r>
            <a:endParaRPr sz="1400" b="1" i="0" u="none" strike="noStrike" cap="none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601" name="Google Shape;601;p2"/>
          <p:cNvSpPr txBox="1"/>
          <p:nvPr/>
        </p:nvSpPr>
        <p:spPr>
          <a:xfrm>
            <a:off x="6308246" y="2764069"/>
            <a:ext cx="433193" cy="183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tamaran"/>
              <a:buNone/>
            </a:pPr>
            <a:r>
              <a:rPr lang="en" sz="1400" b="1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11</a:t>
            </a:r>
            <a:endParaRPr sz="1400" b="1" i="0" u="none" strike="noStrike" cap="none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cxnSp>
        <p:nvCxnSpPr>
          <p:cNvPr id="602" name="Google Shape;602;p2"/>
          <p:cNvCxnSpPr/>
          <p:nvPr/>
        </p:nvCxnSpPr>
        <p:spPr>
          <a:xfrm>
            <a:off x="1349811" y="2257187"/>
            <a:ext cx="1" cy="718054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03" name="Google Shape;603;p2"/>
          <p:cNvCxnSpPr/>
          <p:nvPr/>
        </p:nvCxnSpPr>
        <p:spPr>
          <a:xfrm>
            <a:off x="1818384" y="2987014"/>
            <a:ext cx="1" cy="718054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04" name="Google Shape;604;p2"/>
          <p:cNvCxnSpPr/>
          <p:nvPr/>
        </p:nvCxnSpPr>
        <p:spPr>
          <a:xfrm>
            <a:off x="2394358" y="2253672"/>
            <a:ext cx="1" cy="718054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05" name="Google Shape;605;p2"/>
          <p:cNvCxnSpPr/>
          <p:nvPr/>
        </p:nvCxnSpPr>
        <p:spPr>
          <a:xfrm>
            <a:off x="2947465" y="2986294"/>
            <a:ext cx="1" cy="718054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06" name="Google Shape;606;p2"/>
          <p:cNvCxnSpPr/>
          <p:nvPr/>
        </p:nvCxnSpPr>
        <p:spPr>
          <a:xfrm>
            <a:off x="3636492" y="2253672"/>
            <a:ext cx="1" cy="718054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07" name="Google Shape;607;p2"/>
          <p:cNvCxnSpPr/>
          <p:nvPr/>
        </p:nvCxnSpPr>
        <p:spPr>
          <a:xfrm>
            <a:off x="4260474" y="2991178"/>
            <a:ext cx="1" cy="718054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08" name="Google Shape;608;p2"/>
          <p:cNvCxnSpPr/>
          <p:nvPr/>
        </p:nvCxnSpPr>
        <p:spPr>
          <a:xfrm>
            <a:off x="5030139" y="2252303"/>
            <a:ext cx="1" cy="718054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09" name="Google Shape;609;p2"/>
          <p:cNvCxnSpPr/>
          <p:nvPr/>
        </p:nvCxnSpPr>
        <p:spPr>
          <a:xfrm>
            <a:off x="5656836" y="2988361"/>
            <a:ext cx="1" cy="718054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10" name="Google Shape;610;p2"/>
          <p:cNvCxnSpPr/>
          <p:nvPr/>
        </p:nvCxnSpPr>
        <p:spPr>
          <a:xfrm>
            <a:off x="5909013" y="2247758"/>
            <a:ext cx="1" cy="718054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11" name="Google Shape;611;p2"/>
          <p:cNvCxnSpPr/>
          <p:nvPr/>
        </p:nvCxnSpPr>
        <p:spPr>
          <a:xfrm>
            <a:off x="6548328" y="2986294"/>
            <a:ext cx="1" cy="718054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12" name="Google Shape;612;p2"/>
          <p:cNvCxnSpPr/>
          <p:nvPr/>
        </p:nvCxnSpPr>
        <p:spPr>
          <a:xfrm>
            <a:off x="7084426" y="2245592"/>
            <a:ext cx="1" cy="718054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614" name="Google Shape;614;p2" descr="Archivo:Logo DuocUC.sv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68270" y="36373"/>
            <a:ext cx="1939730" cy="520156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2"/>
          <p:cNvSpPr/>
          <p:nvPr/>
        </p:nvSpPr>
        <p:spPr>
          <a:xfrm>
            <a:off x="63795" y="80924"/>
            <a:ext cx="389861" cy="344378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9771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000" dirty="0"/>
              <a:t>CONTEXTO</a:t>
            </a:r>
            <a:endParaRPr sz="3000" dirty="0"/>
          </a:p>
        </p:txBody>
      </p:sp>
      <p:sp>
        <p:nvSpPr>
          <p:cNvPr id="621" name="Google Shape;621;p3"/>
          <p:cNvSpPr txBox="1">
            <a:spLocks noGrp="1"/>
          </p:cNvSpPr>
          <p:nvPr>
            <p:ph type="subTitle" idx="1"/>
          </p:nvPr>
        </p:nvSpPr>
        <p:spPr>
          <a:xfrm>
            <a:off x="592723" y="1564273"/>
            <a:ext cx="8650514" cy="739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b="1" dirty="0">
                <a:solidFill>
                  <a:schemeClr val="bg1">
                    <a:lumMod val="10000"/>
                  </a:schemeClr>
                </a:solidFill>
              </a:rPr>
              <a:t>La </a:t>
            </a:r>
            <a:r>
              <a:rPr lang="en" b="1" dirty="0" err="1">
                <a:solidFill>
                  <a:schemeClr val="bg1">
                    <a:lumMod val="10000"/>
                  </a:schemeClr>
                </a:solidFill>
              </a:rPr>
              <a:t>comuna</a:t>
            </a:r>
            <a:r>
              <a:rPr lang="en" b="1" dirty="0">
                <a:solidFill>
                  <a:schemeClr val="bg1">
                    <a:lumMod val="10000"/>
                  </a:schemeClr>
                </a:solidFill>
              </a:rPr>
              <a:t> de Valparaíso es uno de </a:t>
            </a:r>
            <a:r>
              <a:rPr lang="en" b="1" dirty="0" err="1">
                <a:solidFill>
                  <a:schemeClr val="bg1">
                    <a:lumMod val="10000"/>
                  </a:schemeClr>
                </a:solidFill>
              </a:rPr>
              <a:t>los</a:t>
            </a:r>
            <a:r>
              <a:rPr lang="en" b="1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" b="1" dirty="0" err="1">
                <a:solidFill>
                  <a:schemeClr val="bg1">
                    <a:lumMod val="10000"/>
                  </a:schemeClr>
                </a:solidFill>
              </a:rPr>
              <a:t>destinos</a:t>
            </a:r>
            <a:r>
              <a:rPr lang="en" b="1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" b="1" dirty="0" err="1">
                <a:solidFill>
                  <a:schemeClr val="bg1">
                    <a:lumMod val="10000"/>
                  </a:schemeClr>
                </a:solidFill>
              </a:rPr>
              <a:t>turísticos</a:t>
            </a:r>
            <a:r>
              <a:rPr lang="en" b="1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" b="1" dirty="0" err="1">
                <a:solidFill>
                  <a:schemeClr val="bg1">
                    <a:lumMod val="10000"/>
                  </a:schemeClr>
                </a:solidFill>
              </a:rPr>
              <a:t>más</a:t>
            </a:r>
            <a:r>
              <a:rPr lang="en" b="1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" b="1" dirty="0" err="1">
                <a:solidFill>
                  <a:schemeClr val="bg1">
                    <a:lumMod val="10000"/>
                  </a:schemeClr>
                </a:solidFill>
              </a:rPr>
              <a:t>importantes</a:t>
            </a:r>
            <a:r>
              <a:rPr lang="en" b="1" dirty="0">
                <a:solidFill>
                  <a:schemeClr val="bg1">
                    <a:lumMod val="10000"/>
                  </a:schemeClr>
                </a:solidFill>
              </a:rPr>
              <a:t> de Chile y </a:t>
            </a:r>
            <a:r>
              <a:rPr lang="en" b="1" dirty="0" err="1">
                <a:solidFill>
                  <a:schemeClr val="bg1">
                    <a:lumMod val="10000"/>
                  </a:schemeClr>
                </a:solidFill>
              </a:rPr>
              <a:t>reconocido</a:t>
            </a:r>
            <a:r>
              <a:rPr lang="en" b="1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" b="1" dirty="0" err="1">
                <a:solidFill>
                  <a:schemeClr val="bg1">
                    <a:lumMod val="10000"/>
                  </a:schemeClr>
                </a:solidFill>
              </a:rPr>
              <a:t>internacionalmente</a:t>
            </a:r>
            <a:r>
              <a:rPr lang="en" b="1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" b="1" dirty="0" err="1">
                <a:solidFill>
                  <a:schemeClr val="bg1">
                    <a:lumMod val="10000"/>
                  </a:schemeClr>
                </a:solidFill>
              </a:rPr>
              <a:t>por</a:t>
            </a:r>
            <a:r>
              <a:rPr lang="en" b="1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" b="1" dirty="0" err="1">
                <a:solidFill>
                  <a:schemeClr val="bg1">
                    <a:lumMod val="10000"/>
                  </a:schemeClr>
                </a:solidFill>
              </a:rPr>
              <a:t>su</a:t>
            </a:r>
            <a:r>
              <a:rPr lang="en" b="1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" b="1" dirty="0" err="1">
                <a:solidFill>
                  <a:schemeClr val="bg1">
                    <a:lumMod val="10000"/>
                  </a:schemeClr>
                </a:solidFill>
              </a:rPr>
              <a:t>patrimonio</a:t>
            </a:r>
            <a:r>
              <a:rPr lang="en" b="1" dirty="0">
                <a:solidFill>
                  <a:schemeClr val="bg1">
                    <a:lumMod val="10000"/>
                  </a:schemeClr>
                </a:solidFill>
              </a:rPr>
              <a:t> cultural, </a:t>
            </a:r>
            <a:r>
              <a:rPr lang="en" b="1" dirty="0" err="1">
                <a:solidFill>
                  <a:schemeClr val="bg1">
                    <a:lumMod val="10000"/>
                  </a:schemeClr>
                </a:solidFill>
              </a:rPr>
              <a:t>arquitectónico</a:t>
            </a:r>
            <a:r>
              <a:rPr lang="en" b="1" dirty="0">
                <a:solidFill>
                  <a:schemeClr val="bg1">
                    <a:lumMod val="10000"/>
                  </a:schemeClr>
                </a:solidFill>
              </a:rPr>
              <a:t> y </a:t>
            </a:r>
            <a:r>
              <a:rPr lang="en" b="1" dirty="0" err="1">
                <a:solidFill>
                  <a:schemeClr val="bg1">
                    <a:lumMod val="10000"/>
                  </a:schemeClr>
                </a:solidFill>
              </a:rPr>
              <a:t>artístico</a:t>
            </a:r>
            <a:r>
              <a:rPr lang="en" b="1" dirty="0">
                <a:solidFill>
                  <a:schemeClr val="bg1">
                    <a:lumMod val="10000"/>
                  </a:schemeClr>
                </a:solidFill>
              </a:rPr>
              <a:t>.</a:t>
            </a:r>
            <a:endParaRPr b="1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622" name="Google Shape;622;p3"/>
          <p:cNvSpPr/>
          <p:nvPr/>
        </p:nvSpPr>
        <p:spPr>
          <a:xfrm>
            <a:off x="3234799" y="717798"/>
            <a:ext cx="207300" cy="207000"/>
          </a:xfrm>
          <a:prstGeom prst="ellipse">
            <a:avLst/>
          </a:prstGeom>
          <a:solidFill>
            <a:schemeClr val="accent5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3"/>
          <p:cNvSpPr txBox="1"/>
          <p:nvPr/>
        </p:nvSpPr>
        <p:spPr>
          <a:xfrm>
            <a:off x="2975834" y="4308950"/>
            <a:ext cx="2427651" cy="520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None/>
            </a:pP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4 </a:t>
            </a:r>
            <a:r>
              <a:rPr lang="en" sz="1400" b="1" i="0" u="none" strike="noStrike" cap="none" dirty="0" err="1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millones</a:t>
            </a: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 de </a:t>
            </a:r>
            <a:r>
              <a:rPr lang="en" sz="1400" b="1" i="0" u="none" strike="noStrike" cap="none" dirty="0" err="1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turistas</a:t>
            </a: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 al </a:t>
            </a:r>
            <a:r>
              <a:rPr lang="en" sz="1400" b="1" i="0" u="none" strike="noStrike" cap="none" dirty="0" err="1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año</a:t>
            </a: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400" b="1" i="0" u="none" strike="noStrike" cap="none" dirty="0" err="1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ingresan</a:t>
            </a: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 a la  de Valparaíso.</a:t>
            </a:r>
            <a:endParaRPr sz="1400" b="1" i="0" u="none" strike="noStrike" cap="none" dirty="0">
              <a:solidFill>
                <a:schemeClr val="bg1">
                  <a:lumMod val="10000"/>
                </a:schemeClr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625" name="Google Shape;625;p3"/>
          <p:cNvSpPr txBox="1"/>
          <p:nvPr/>
        </p:nvSpPr>
        <p:spPr>
          <a:xfrm>
            <a:off x="592723" y="2337189"/>
            <a:ext cx="2642076" cy="899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None/>
            </a:pP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El Puerto de Valparaíso </a:t>
            </a:r>
            <a:r>
              <a:rPr lang="en" sz="1400" b="1" i="0" u="none" strike="noStrike" cap="none" dirty="0" err="1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atiende</a:t>
            </a: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 entre 40 y 50 </a:t>
            </a:r>
            <a:r>
              <a:rPr lang="en" sz="1400" b="1" i="0" u="none" strike="noStrike" cap="none" dirty="0" err="1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cruceros</a:t>
            </a: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 al </a:t>
            </a:r>
            <a:r>
              <a:rPr lang="en" sz="1400" b="1" i="0" u="none" strike="noStrike" cap="none" dirty="0" err="1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año</a:t>
            </a: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, con </a:t>
            </a:r>
            <a:r>
              <a:rPr lang="en" sz="1400" b="1" i="0" u="none" strike="noStrike" cap="none" dirty="0" err="1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una</a:t>
            </a: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400" b="1" i="0" u="none" strike="noStrike" cap="none" dirty="0" err="1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estimación</a:t>
            </a: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 de hasta 100 000 a 150 000 </a:t>
            </a:r>
            <a:r>
              <a:rPr lang="en" sz="1400" b="1" i="0" u="none" strike="noStrike" cap="none" dirty="0" err="1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visitantes</a:t>
            </a: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400" b="1" i="0" u="none" strike="noStrike" cap="none" dirty="0" err="1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provenientes</a:t>
            </a: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 de </a:t>
            </a:r>
            <a:r>
              <a:rPr lang="en" sz="1400" b="1" i="0" u="none" strike="noStrike" cap="none" dirty="0" err="1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estos</a:t>
            </a: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400" b="1" i="0" u="none" strike="noStrike" cap="none" dirty="0" err="1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navíos</a:t>
            </a: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400" b="1" i="0" u="none" strike="noStrike" cap="none" dirty="0" err="1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durante</a:t>
            </a: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 la </a:t>
            </a:r>
            <a:r>
              <a:rPr lang="en" sz="1400" b="1" i="0" u="none" strike="noStrike" cap="none" dirty="0" err="1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temporada</a:t>
            </a:r>
            <a:endParaRPr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626" name="Google Shape;626;p3"/>
          <p:cNvSpPr txBox="1"/>
          <p:nvPr/>
        </p:nvSpPr>
        <p:spPr>
          <a:xfrm>
            <a:off x="5374895" y="2332002"/>
            <a:ext cx="2867893" cy="1578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None/>
            </a:pP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En </a:t>
            </a:r>
            <a:r>
              <a:rPr lang="en" sz="1400" b="1" i="0" u="none" strike="noStrike" cap="none" dirty="0" err="1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enero</a:t>
            </a: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 de 2025, se </a:t>
            </a:r>
            <a:r>
              <a:rPr lang="en" sz="1400" b="1" i="0" u="none" strike="noStrike" cap="none" dirty="0" err="1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estimó</a:t>
            </a: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 un </a:t>
            </a:r>
            <a:r>
              <a:rPr lang="en" sz="1400" b="1" i="0" u="none" strike="noStrike" cap="none" dirty="0" err="1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gasto</a:t>
            </a: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 individual </a:t>
            </a:r>
            <a:r>
              <a:rPr lang="en" sz="1400" b="1" i="0" u="none" strike="noStrike" cap="none" dirty="0" err="1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promedio</a:t>
            </a: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400" b="1" i="0" u="none" strike="noStrike" cap="none" dirty="0" err="1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por</a:t>
            </a: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 turista </a:t>
            </a:r>
            <a:r>
              <a:rPr lang="en" sz="1400" b="1" i="0" u="none" strike="noStrike" cap="none" dirty="0" err="1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argentino</a:t>
            </a: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 de USD 544, lo que </a:t>
            </a:r>
            <a:r>
              <a:rPr lang="en" sz="1400" b="1" i="0" u="none" strike="noStrike" cap="none" dirty="0" err="1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representó</a:t>
            </a: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400" b="1" i="0" u="none" strike="noStrike" cap="none" dirty="0" err="1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una</a:t>
            </a: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400" b="1" i="0" u="none" strike="noStrike" cap="none" dirty="0" err="1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inyección</a:t>
            </a: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 de </a:t>
            </a:r>
            <a:r>
              <a:rPr lang="en" sz="1400" b="1" i="0" u="none" strike="noStrike" cap="none" dirty="0" err="1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más</a:t>
            </a: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 de USD 100 </a:t>
            </a:r>
            <a:r>
              <a:rPr lang="en" sz="1400" b="1" i="0" u="none" strike="noStrike" cap="none" dirty="0" err="1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millones</a:t>
            </a: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 a la </a:t>
            </a:r>
            <a:r>
              <a:rPr lang="en" sz="1400" b="1" i="0" u="none" strike="noStrike" cap="none" dirty="0" err="1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economía</a:t>
            </a: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 regional </a:t>
            </a:r>
            <a:r>
              <a:rPr lang="en" sz="1400" b="1" i="0" u="none" strike="noStrike" cap="none" dirty="0" err="1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en</a:t>
            </a: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 ese </a:t>
            </a:r>
            <a:r>
              <a:rPr lang="en" sz="1400" b="1" i="0" u="none" strike="noStrike" cap="none" dirty="0" err="1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mes</a:t>
            </a: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.</a:t>
            </a:r>
            <a:endParaRPr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627" name="Google Shape;627;p3"/>
          <p:cNvSpPr/>
          <p:nvPr/>
        </p:nvSpPr>
        <p:spPr>
          <a:xfrm>
            <a:off x="592721" y="2334392"/>
            <a:ext cx="2538427" cy="1378917"/>
          </a:xfrm>
          <a:prstGeom prst="rect">
            <a:avLst/>
          </a:prstGeom>
          <a:noFill/>
          <a:ln w="25400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3"/>
          <p:cNvSpPr/>
          <p:nvPr/>
        </p:nvSpPr>
        <p:spPr>
          <a:xfrm>
            <a:off x="5374896" y="2334391"/>
            <a:ext cx="2867892" cy="1378918"/>
          </a:xfrm>
          <a:prstGeom prst="rect">
            <a:avLst/>
          </a:prstGeom>
          <a:noFill/>
          <a:ln w="25400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3"/>
          <p:cNvSpPr/>
          <p:nvPr/>
        </p:nvSpPr>
        <p:spPr>
          <a:xfrm>
            <a:off x="2872185" y="4330994"/>
            <a:ext cx="2664465" cy="498354"/>
          </a:xfrm>
          <a:prstGeom prst="rect">
            <a:avLst/>
          </a:prstGeom>
          <a:noFill/>
          <a:ln w="25400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1" name="Google Shape;631;p3" descr="https://sdmntprnorthcentralus.oaiusercontent.com/files/00000000-3120-622f-b4bf-973e4d8a5a52/raw?se=2025-09-05T01%3A00%3A11Z&amp;sp=r&amp;sv=2024-08-04&amp;sr=b&amp;scid=2edeafcf-c0e4-5184-848d-a8c4ce1904da&amp;skoid=77636ecc-ad8d-44df-baa7-163b524a0261&amp;sktid=a48cca56-e6da-484e-a814-9c849652bcb3&amp;skt=2025-09-04T05%3A09%3A48Z&amp;ske=2025-09-05T05%3A09%3A48Z&amp;sks=b&amp;skv=2024-08-04&amp;sig=JV1nVnFbp67njiUbsDpvsJQ7uuJlbjRSF5m5eOO1Im4%3D"/>
          <p:cNvPicPr preferRelativeResize="0"/>
          <p:nvPr/>
        </p:nvPicPr>
        <p:blipFill rotWithShape="1">
          <a:blip r:embed="rId3">
            <a:alphaModFix/>
          </a:blip>
          <a:srcRect b="21354"/>
          <a:stretch/>
        </p:blipFill>
        <p:spPr>
          <a:xfrm>
            <a:off x="3406784" y="2334391"/>
            <a:ext cx="1692477" cy="1996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632" name="Google Shape;632;p3" descr="Archivo:Logo DuocUC.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90995" y="80924"/>
            <a:ext cx="1939730" cy="520156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3"/>
          <p:cNvSpPr/>
          <p:nvPr/>
        </p:nvSpPr>
        <p:spPr>
          <a:xfrm>
            <a:off x="63795" y="80924"/>
            <a:ext cx="389861" cy="344378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9771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4"/>
          <p:cNvSpPr txBox="1">
            <a:spLocks noGrp="1"/>
          </p:cNvSpPr>
          <p:nvPr>
            <p:ph type="title"/>
          </p:nvPr>
        </p:nvSpPr>
        <p:spPr>
          <a:xfrm>
            <a:off x="3330944" y="521909"/>
            <a:ext cx="2482112" cy="505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3000"/>
              <a:t>Problema</a:t>
            </a:r>
            <a:endParaRPr sz="3000"/>
          </a:p>
        </p:txBody>
      </p:sp>
      <p:sp>
        <p:nvSpPr>
          <p:cNvPr id="640" name="Google Shape;640;p4"/>
          <p:cNvSpPr txBox="1">
            <a:spLocks noGrp="1"/>
          </p:cNvSpPr>
          <p:nvPr>
            <p:ph type="subTitle" idx="1"/>
          </p:nvPr>
        </p:nvSpPr>
        <p:spPr>
          <a:xfrm>
            <a:off x="523624" y="1251794"/>
            <a:ext cx="8038214" cy="966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 sz="1400" b="1" dirty="0">
                <a:solidFill>
                  <a:schemeClr val="bg1">
                    <a:lumMod val="10000"/>
                  </a:schemeClr>
                </a:solidFill>
              </a:rPr>
              <a:t>El </a:t>
            </a:r>
            <a:r>
              <a:rPr lang="en" sz="1400" b="1" dirty="0" err="1">
                <a:solidFill>
                  <a:schemeClr val="bg1">
                    <a:lumMod val="10000"/>
                  </a:schemeClr>
                </a:solidFill>
              </a:rPr>
              <a:t>overturismo</a:t>
            </a:r>
            <a:r>
              <a:rPr lang="en" sz="1400" b="1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" sz="1400" b="1" dirty="0" err="1">
                <a:solidFill>
                  <a:schemeClr val="bg1">
                    <a:lumMod val="10000"/>
                  </a:schemeClr>
                </a:solidFill>
              </a:rPr>
              <a:t>ocurre</a:t>
            </a:r>
            <a:r>
              <a:rPr lang="en" sz="1400" b="1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" sz="1400" b="1" dirty="0" err="1">
                <a:solidFill>
                  <a:schemeClr val="bg1">
                    <a:lumMod val="10000"/>
                  </a:schemeClr>
                </a:solidFill>
              </a:rPr>
              <a:t>cuando</a:t>
            </a:r>
            <a:r>
              <a:rPr lang="en" sz="1400" b="1" dirty="0">
                <a:solidFill>
                  <a:schemeClr val="bg1">
                    <a:lumMod val="10000"/>
                  </a:schemeClr>
                </a:solidFill>
              </a:rPr>
              <a:t> la </a:t>
            </a:r>
            <a:r>
              <a:rPr lang="en" sz="1400" b="1" dirty="0" err="1">
                <a:solidFill>
                  <a:schemeClr val="bg1">
                    <a:lumMod val="10000"/>
                  </a:schemeClr>
                </a:solidFill>
              </a:rPr>
              <a:t>comuna</a:t>
            </a:r>
            <a:r>
              <a:rPr lang="en" sz="1400" b="1" dirty="0">
                <a:solidFill>
                  <a:schemeClr val="bg1">
                    <a:lumMod val="10000"/>
                  </a:schemeClr>
                </a:solidFill>
              </a:rPr>
              <a:t> de Valparaíso </a:t>
            </a:r>
            <a:r>
              <a:rPr lang="en" sz="1400" b="1" dirty="0" err="1">
                <a:solidFill>
                  <a:schemeClr val="bg1">
                    <a:lumMod val="10000"/>
                  </a:schemeClr>
                </a:solidFill>
              </a:rPr>
              <a:t>recibe</a:t>
            </a:r>
            <a:r>
              <a:rPr lang="en" sz="1400" b="1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" sz="1400" b="1" dirty="0" err="1">
                <a:solidFill>
                  <a:schemeClr val="bg1">
                    <a:lumMod val="10000"/>
                  </a:schemeClr>
                </a:solidFill>
              </a:rPr>
              <a:t>más</a:t>
            </a:r>
            <a:r>
              <a:rPr lang="en" sz="1400" b="1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" sz="1400" b="1" dirty="0" err="1">
                <a:solidFill>
                  <a:schemeClr val="bg1">
                    <a:lumMod val="10000"/>
                  </a:schemeClr>
                </a:solidFill>
              </a:rPr>
              <a:t>visitantes</a:t>
            </a:r>
            <a:r>
              <a:rPr lang="en" sz="1400" b="1" dirty="0">
                <a:solidFill>
                  <a:schemeClr val="bg1">
                    <a:lumMod val="10000"/>
                  </a:schemeClr>
                </a:solidFill>
              </a:rPr>
              <a:t> de </a:t>
            </a:r>
            <a:r>
              <a:rPr lang="en" sz="1400" b="1" dirty="0" err="1">
                <a:solidFill>
                  <a:schemeClr val="bg1">
                    <a:lumMod val="10000"/>
                  </a:schemeClr>
                </a:solidFill>
              </a:rPr>
              <a:t>los</a:t>
            </a:r>
            <a:r>
              <a:rPr lang="en" sz="1400" b="1" dirty="0">
                <a:solidFill>
                  <a:schemeClr val="bg1">
                    <a:lumMod val="10000"/>
                  </a:schemeClr>
                </a:solidFill>
              </a:rPr>
              <a:t> que </a:t>
            </a:r>
            <a:r>
              <a:rPr lang="en" sz="1400" b="1" dirty="0" err="1">
                <a:solidFill>
                  <a:schemeClr val="bg1">
                    <a:lumMod val="10000"/>
                  </a:schemeClr>
                </a:solidFill>
              </a:rPr>
              <a:t>puede</a:t>
            </a:r>
            <a:r>
              <a:rPr lang="en" sz="1400" b="1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" sz="1400" b="1" dirty="0" err="1">
                <a:solidFill>
                  <a:schemeClr val="bg1">
                    <a:lumMod val="10000"/>
                  </a:schemeClr>
                </a:solidFill>
              </a:rPr>
              <a:t>gestionar</a:t>
            </a:r>
            <a:r>
              <a:rPr lang="en" sz="1400" b="1" dirty="0">
                <a:solidFill>
                  <a:schemeClr val="bg1">
                    <a:lumMod val="10000"/>
                  </a:schemeClr>
                </a:solidFill>
              </a:rPr>
              <a:t>, </a:t>
            </a:r>
            <a:r>
              <a:rPr lang="en" sz="1400" b="1" dirty="0" err="1">
                <a:solidFill>
                  <a:schemeClr val="bg1">
                    <a:lumMod val="10000"/>
                  </a:schemeClr>
                </a:solidFill>
              </a:rPr>
              <a:t>saturando</a:t>
            </a:r>
            <a:r>
              <a:rPr lang="en" sz="1400" b="1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" sz="1400" b="1" dirty="0" err="1">
                <a:solidFill>
                  <a:schemeClr val="bg1">
                    <a:lumMod val="10000"/>
                  </a:schemeClr>
                </a:solidFill>
              </a:rPr>
              <a:t>su</a:t>
            </a:r>
            <a:r>
              <a:rPr lang="en" sz="1400" b="1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" sz="1400" b="1" dirty="0" err="1">
                <a:solidFill>
                  <a:schemeClr val="bg1">
                    <a:lumMod val="10000"/>
                  </a:schemeClr>
                </a:solidFill>
              </a:rPr>
              <a:t>infraestructura</a:t>
            </a:r>
            <a:r>
              <a:rPr lang="en" sz="1400" b="1" dirty="0">
                <a:solidFill>
                  <a:schemeClr val="bg1">
                    <a:lumMod val="10000"/>
                  </a:schemeClr>
                </a:solidFill>
              </a:rPr>
              <a:t> y </a:t>
            </a:r>
            <a:r>
              <a:rPr lang="en" sz="1400" b="1" dirty="0" err="1">
                <a:solidFill>
                  <a:schemeClr val="bg1">
                    <a:lumMod val="10000"/>
                  </a:schemeClr>
                </a:solidFill>
              </a:rPr>
              <a:t>generando</a:t>
            </a:r>
            <a:r>
              <a:rPr lang="en" sz="1400" b="1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" sz="1400" b="1" dirty="0" err="1">
                <a:solidFill>
                  <a:schemeClr val="bg1">
                    <a:lumMod val="10000"/>
                  </a:schemeClr>
                </a:solidFill>
              </a:rPr>
              <a:t>impactos</a:t>
            </a:r>
            <a:r>
              <a:rPr lang="en" sz="1400" b="1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" sz="1400" b="1" dirty="0" err="1">
                <a:solidFill>
                  <a:schemeClr val="bg1">
                    <a:lumMod val="10000"/>
                  </a:schemeClr>
                </a:solidFill>
              </a:rPr>
              <a:t>negativos</a:t>
            </a:r>
            <a:r>
              <a:rPr lang="en" sz="1400" b="1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" sz="1400" b="1" dirty="0" err="1">
                <a:solidFill>
                  <a:schemeClr val="bg1">
                    <a:lumMod val="10000"/>
                  </a:schemeClr>
                </a:solidFill>
              </a:rPr>
              <a:t>en</a:t>
            </a:r>
            <a:r>
              <a:rPr lang="en" sz="1400" b="1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" sz="1400" b="1" dirty="0" err="1">
                <a:solidFill>
                  <a:schemeClr val="bg1">
                    <a:lumMod val="10000"/>
                  </a:schemeClr>
                </a:solidFill>
              </a:rPr>
              <a:t>el</a:t>
            </a:r>
            <a:r>
              <a:rPr lang="en" sz="1400" b="1" dirty="0">
                <a:solidFill>
                  <a:schemeClr val="bg1">
                    <a:lumMod val="10000"/>
                  </a:schemeClr>
                </a:solidFill>
              </a:rPr>
              <a:t> medio </a:t>
            </a:r>
            <a:r>
              <a:rPr lang="en" sz="1400" b="1" dirty="0" err="1">
                <a:solidFill>
                  <a:schemeClr val="bg1">
                    <a:lumMod val="10000"/>
                  </a:schemeClr>
                </a:solidFill>
              </a:rPr>
              <a:t>ambiente</a:t>
            </a:r>
            <a:r>
              <a:rPr lang="en" sz="1400" b="1" dirty="0">
                <a:solidFill>
                  <a:schemeClr val="bg1">
                    <a:lumMod val="10000"/>
                  </a:schemeClr>
                </a:solidFill>
              </a:rPr>
              <a:t>, la </a:t>
            </a:r>
            <a:r>
              <a:rPr lang="en" sz="1400" b="1" dirty="0" err="1">
                <a:solidFill>
                  <a:schemeClr val="bg1">
                    <a:lumMod val="10000"/>
                  </a:schemeClr>
                </a:solidFill>
              </a:rPr>
              <a:t>economía</a:t>
            </a:r>
            <a:r>
              <a:rPr lang="en" sz="1400" b="1" dirty="0">
                <a:solidFill>
                  <a:schemeClr val="bg1">
                    <a:lumMod val="10000"/>
                  </a:schemeClr>
                </a:solidFill>
              </a:rPr>
              <a:t>, la </a:t>
            </a:r>
            <a:r>
              <a:rPr lang="en" sz="1400" b="1" dirty="0" err="1">
                <a:solidFill>
                  <a:schemeClr val="bg1">
                    <a:lumMod val="10000"/>
                  </a:schemeClr>
                </a:solidFill>
              </a:rPr>
              <a:t>cultura</a:t>
            </a:r>
            <a:r>
              <a:rPr lang="en" sz="1400" b="1" dirty="0">
                <a:solidFill>
                  <a:schemeClr val="bg1">
                    <a:lumMod val="10000"/>
                  </a:schemeClr>
                </a:solidFill>
              </a:rPr>
              <a:t> y la </a:t>
            </a:r>
            <a:r>
              <a:rPr lang="en" sz="1400" b="1" dirty="0" err="1">
                <a:solidFill>
                  <a:schemeClr val="bg1">
                    <a:lumMod val="10000"/>
                  </a:schemeClr>
                </a:solidFill>
              </a:rPr>
              <a:t>vida</a:t>
            </a:r>
            <a:r>
              <a:rPr lang="en" sz="1400" b="1" dirty="0">
                <a:solidFill>
                  <a:schemeClr val="bg1">
                    <a:lumMod val="10000"/>
                  </a:schemeClr>
                </a:solidFill>
              </a:rPr>
              <a:t> de </a:t>
            </a:r>
            <a:r>
              <a:rPr lang="en" sz="1400" b="1" dirty="0" err="1">
                <a:solidFill>
                  <a:schemeClr val="bg1">
                    <a:lumMod val="10000"/>
                  </a:schemeClr>
                </a:solidFill>
              </a:rPr>
              <a:t>los</a:t>
            </a:r>
            <a:r>
              <a:rPr lang="en" sz="1400" b="1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" sz="1400" b="1" dirty="0" err="1">
                <a:solidFill>
                  <a:schemeClr val="bg1">
                    <a:lumMod val="10000"/>
                  </a:schemeClr>
                </a:solidFill>
              </a:rPr>
              <a:t>residentes</a:t>
            </a:r>
            <a:r>
              <a:rPr lang="en" sz="1400" b="1" dirty="0">
                <a:solidFill>
                  <a:schemeClr val="bg1">
                    <a:lumMod val="10000"/>
                  </a:schemeClr>
                </a:solidFill>
              </a:rPr>
              <a:t>.</a:t>
            </a:r>
            <a:endParaRPr sz="1400" b="1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643" name="Google Shape;643;p4"/>
          <p:cNvSpPr/>
          <p:nvPr/>
        </p:nvSpPr>
        <p:spPr>
          <a:xfrm>
            <a:off x="3449669" y="671362"/>
            <a:ext cx="207300" cy="207000"/>
          </a:xfrm>
          <a:prstGeom prst="ellipse">
            <a:avLst/>
          </a:prstGeom>
          <a:solidFill>
            <a:schemeClr val="accen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4" name="Google Shape;644;p4" descr="Valparaíso exigirá control de basura en terrenos estatales - La Tercer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1601" y="3400520"/>
            <a:ext cx="3015902" cy="1416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645" name="Google Shape;645;p4" descr="Por un verano limpio detengamos el tsunami de plástico que golpea las  playas chilenas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36781" y="3404186"/>
            <a:ext cx="2544727" cy="1416499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4"/>
          <p:cNvSpPr/>
          <p:nvPr/>
        </p:nvSpPr>
        <p:spPr>
          <a:xfrm>
            <a:off x="5484906" y="3404186"/>
            <a:ext cx="2496602" cy="1412337"/>
          </a:xfrm>
          <a:prstGeom prst="roundRect">
            <a:avLst>
              <a:gd name="adj" fmla="val 16667"/>
            </a:avLst>
          </a:prstGeom>
          <a:solidFill>
            <a:srgbClr val="2D3239">
              <a:alpha val="164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4"/>
          <p:cNvSpPr/>
          <p:nvPr/>
        </p:nvSpPr>
        <p:spPr>
          <a:xfrm>
            <a:off x="961600" y="3396856"/>
            <a:ext cx="2967777" cy="1419667"/>
          </a:xfrm>
          <a:prstGeom prst="roundRect">
            <a:avLst>
              <a:gd name="adj" fmla="val 16667"/>
            </a:avLst>
          </a:prstGeom>
          <a:solidFill>
            <a:srgbClr val="2D3239">
              <a:alpha val="164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4"/>
          <p:cNvSpPr txBox="1"/>
          <p:nvPr/>
        </p:nvSpPr>
        <p:spPr>
          <a:xfrm>
            <a:off x="3267739" y="2441811"/>
            <a:ext cx="2814084" cy="64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Clr>
                <a:schemeClr val="dk2"/>
              </a:buClr>
              <a:buSzPts val="7200"/>
            </a:pPr>
            <a:r>
              <a:rPr lang="es-CL" sz="2000" b="1" dirty="0"/>
              <a:t>68 %</a:t>
            </a:r>
            <a:r>
              <a:rPr lang="es-CL" dirty="0"/>
              <a:t> de los turistas no conoce sobre rutas alternativas</a:t>
            </a:r>
            <a:endParaRPr sz="2000" b="1" i="0" u="none" strike="noStrike" cap="none" dirty="0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649" name="Google Shape;649;p4"/>
          <p:cNvSpPr txBox="1"/>
          <p:nvPr/>
        </p:nvSpPr>
        <p:spPr>
          <a:xfrm>
            <a:off x="6339071" y="2441811"/>
            <a:ext cx="2419763" cy="64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Clr>
                <a:schemeClr val="dk2"/>
              </a:buClr>
              <a:buSzPts val="7200"/>
            </a:pPr>
            <a:r>
              <a:rPr lang="es-CL" sz="2000" b="1" dirty="0"/>
              <a:t>82 %</a:t>
            </a:r>
            <a:r>
              <a:rPr lang="es-CL" dirty="0"/>
              <a:t> de los turistas ignoran los horarios recomendados de visita,</a:t>
            </a:r>
            <a:endParaRPr lang="es-CL" sz="2000" b="1" i="0" u="none" strike="noStrike" cap="none" dirty="0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pic>
        <p:nvPicPr>
          <p:cNvPr id="650" name="Google Shape;650;p4" descr="Archivo:Logo DuocUC.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11643" y="65440"/>
            <a:ext cx="1939730" cy="520156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"/>
          <p:cNvSpPr/>
          <p:nvPr/>
        </p:nvSpPr>
        <p:spPr>
          <a:xfrm>
            <a:off x="63795" y="80924"/>
            <a:ext cx="389861" cy="344378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9771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2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648;p4">
            <a:extLst>
              <a:ext uri="{FF2B5EF4-FFF2-40B4-BE49-F238E27FC236}">
                <a16:creationId xmlns:a16="http://schemas.microsoft.com/office/drawing/2014/main" id="{2C4848A2-A2CE-1D6B-3598-999FE99305ED}"/>
              </a:ext>
            </a:extLst>
          </p:cNvPr>
          <p:cNvSpPr txBox="1"/>
          <p:nvPr/>
        </p:nvSpPr>
        <p:spPr>
          <a:xfrm>
            <a:off x="516860" y="2485028"/>
            <a:ext cx="2814084" cy="64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SzPts val="7200"/>
            </a:pPr>
            <a:r>
              <a:rPr lang="es-CL" sz="2000" b="1" dirty="0"/>
              <a:t>55 % </a:t>
            </a:r>
            <a:r>
              <a:rPr lang="es-CL" dirty="0"/>
              <a:t>de  turistas no conoce los riesgos de seguridad en zonas </a:t>
            </a:r>
            <a:r>
              <a:rPr lang="es-CL" dirty="0" err="1"/>
              <a:t>turisticas</a:t>
            </a:r>
            <a:endParaRPr lang="es-CL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5"/>
          <p:cNvSpPr txBox="1">
            <a:spLocks noGrp="1"/>
          </p:cNvSpPr>
          <p:nvPr>
            <p:ph type="title"/>
          </p:nvPr>
        </p:nvSpPr>
        <p:spPr>
          <a:xfrm>
            <a:off x="1516350" y="493931"/>
            <a:ext cx="6111300" cy="7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s-ES_tradnl" sz="3000" noProof="0" dirty="0"/>
              <a:t>Necesidad</a:t>
            </a:r>
          </a:p>
        </p:txBody>
      </p:sp>
      <p:sp>
        <p:nvSpPr>
          <p:cNvPr id="657" name="Google Shape;657;p5"/>
          <p:cNvSpPr txBox="1">
            <a:spLocks noGrp="1"/>
          </p:cNvSpPr>
          <p:nvPr>
            <p:ph type="subTitle" idx="1"/>
          </p:nvPr>
        </p:nvSpPr>
        <p:spPr>
          <a:xfrm>
            <a:off x="340841" y="991192"/>
            <a:ext cx="3380554" cy="140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s-ES_tradnl" sz="1400" b="1" noProof="0" dirty="0">
                <a:solidFill>
                  <a:schemeClr val="tx1"/>
                </a:solidFill>
              </a:rPr>
              <a:t>Valparaíso al recibir 4.000.000 de visitantes al año requiere una gestión más eficiente y sostenible del turismo, que permita controlar la afluencia de visitantes, reducir el impacto ambiental, preservar la identidad cultural y económica de la ciudad.</a:t>
            </a:r>
          </a:p>
        </p:txBody>
      </p:sp>
      <p:pic>
        <p:nvPicPr>
          <p:cNvPr id="664" name="Google Shape;664;p5" descr="Imagen generada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21909" b="21908"/>
          <a:stretch/>
        </p:blipFill>
        <p:spPr>
          <a:xfrm>
            <a:off x="2508854" y="2658202"/>
            <a:ext cx="6635146" cy="2485298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"/>
          <p:cNvSpPr/>
          <p:nvPr/>
        </p:nvSpPr>
        <p:spPr>
          <a:xfrm>
            <a:off x="3385873" y="654343"/>
            <a:ext cx="207300" cy="207000"/>
          </a:xfrm>
          <a:prstGeom prst="ellipse">
            <a:avLst/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ES_tradnl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5"/>
          <p:cNvSpPr txBox="1"/>
          <p:nvPr/>
        </p:nvSpPr>
        <p:spPr>
          <a:xfrm>
            <a:off x="1270578" y="3521436"/>
            <a:ext cx="1449842" cy="521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ES_tradnl" sz="2000" b="1" i="0" u="none" strike="noStrike" cap="none" noProof="0" dirty="0" err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rPr>
              <a:t>Migratio</a:t>
            </a:r>
            <a:endParaRPr lang="es-ES_tradnl" sz="2400" b="1" i="0" u="none" strike="noStrike" cap="none" noProof="0" dirty="0">
              <a:solidFill>
                <a:schemeClr val="dk2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661" name="Google Shape;661;p5"/>
          <p:cNvSpPr/>
          <p:nvPr/>
        </p:nvSpPr>
        <p:spPr>
          <a:xfrm>
            <a:off x="3316200" y="2871475"/>
            <a:ext cx="5612100" cy="2102100"/>
          </a:xfrm>
          <a:prstGeom prst="roundRect">
            <a:avLst>
              <a:gd name="adj" fmla="val 13555"/>
            </a:avLst>
          </a:prstGeom>
          <a:solidFill>
            <a:srgbClr val="2D3239">
              <a:alpha val="164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ES_tradnl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2" name="Google Shape;662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51506" y="2842179"/>
            <a:ext cx="605469" cy="655096"/>
          </a:xfrm>
          <a:prstGeom prst="rect">
            <a:avLst/>
          </a:prstGeom>
          <a:noFill/>
          <a:ln>
            <a:noFill/>
          </a:ln>
        </p:spPr>
      </p:pic>
      <p:sp>
        <p:nvSpPr>
          <p:cNvPr id="665" name="Google Shape;665;p5" descr="Mostrando Captura de pantalla 2025-09-04 a la(s) 8.38.08 p.m..png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_tradnl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6" name="Google Shape;666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0841" y="2768845"/>
            <a:ext cx="933962" cy="2031901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  <p:sp>
        <p:nvSpPr>
          <p:cNvPr id="667" name="Google Shape;667;p5"/>
          <p:cNvSpPr txBox="1"/>
          <p:nvPr/>
        </p:nvSpPr>
        <p:spPr>
          <a:xfrm>
            <a:off x="5422605" y="995495"/>
            <a:ext cx="3458283" cy="1613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tamaran"/>
              <a:buNone/>
            </a:pPr>
            <a:r>
              <a:rPr lang="es-ES_tradnl" sz="1400" b="1" i="0" u="none" strike="noStrike" cap="none" noProof="0" dirty="0">
                <a:solidFill>
                  <a:schemeClr val="tx1"/>
                </a:solidFill>
                <a:latin typeface="Catamaran"/>
                <a:ea typeface="Catamaran"/>
                <a:cs typeface="Catamaran"/>
                <a:sym typeface="Catamaran"/>
              </a:rPr>
              <a:t>La ciudad necesita una herramienta capaz de mantener la calidad de vida de los residentes y la experiencia auténtica de los visitantes.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tamaran"/>
              <a:buNone/>
            </a:pPr>
            <a:r>
              <a:rPr lang="es-ES_tradnl" sz="1400" b="1" i="0" u="none" strike="noStrike" cap="none" noProof="0" dirty="0">
                <a:solidFill>
                  <a:schemeClr val="tx1"/>
                </a:solidFill>
                <a:latin typeface="Catamaran"/>
                <a:ea typeface="Catamaran"/>
                <a:cs typeface="Catamaran"/>
                <a:sym typeface="Catamaran"/>
              </a:rPr>
              <a:t>Es urgente Monitorear a los turistas para evitar el </a:t>
            </a:r>
            <a:r>
              <a:rPr lang="es-ES_tradnl" sz="1400" b="1" i="0" u="none" strike="noStrike" cap="none" noProof="0" dirty="0" err="1">
                <a:solidFill>
                  <a:schemeClr val="tx1"/>
                </a:solidFill>
                <a:latin typeface="Catamaran"/>
                <a:ea typeface="Catamaran"/>
                <a:cs typeface="Catamaran"/>
                <a:sym typeface="Catamaran"/>
              </a:rPr>
              <a:t>overturismo</a:t>
            </a:r>
            <a:r>
              <a:rPr lang="es-ES_tradnl" sz="1400" b="1" i="0" u="none" strike="noStrike" cap="none" noProof="0" dirty="0">
                <a:solidFill>
                  <a:schemeClr val="tx1"/>
                </a:solidFill>
                <a:latin typeface="Catamaran"/>
                <a:ea typeface="Catamaran"/>
                <a:cs typeface="Catamaran"/>
                <a:sym typeface="Catamaran"/>
              </a:rPr>
              <a:t> en la comuna de Valparaíso.</a:t>
            </a:r>
          </a:p>
        </p:txBody>
      </p:sp>
      <p:pic>
        <p:nvPicPr>
          <p:cNvPr id="668" name="Google Shape;668;p5" descr="Archivo:Logo DuocUC.sv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863429" y="60961"/>
            <a:ext cx="1939730" cy="520156"/>
          </a:xfrm>
          <a:prstGeom prst="rect">
            <a:avLst/>
          </a:prstGeom>
          <a:noFill/>
          <a:ln>
            <a:noFill/>
          </a:ln>
        </p:spPr>
      </p:pic>
      <p:sp>
        <p:nvSpPr>
          <p:cNvPr id="669" name="Google Shape;669;p5"/>
          <p:cNvSpPr/>
          <p:nvPr/>
        </p:nvSpPr>
        <p:spPr>
          <a:xfrm>
            <a:off x="63795" y="80924"/>
            <a:ext cx="389861" cy="344378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9771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2000" b="1" i="0" u="none" strike="noStrike" cap="none" noProof="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8" name="Google Shape;678;p6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31192" b="31192"/>
          <a:stretch/>
        </p:blipFill>
        <p:spPr>
          <a:prstGeom prst="roundRect">
            <a:avLst>
              <a:gd name="adj" fmla="val 16667"/>
            </a:avLst>
          </a:prstGeom>
          <a:noFill/>
          <a:ln>
            <a:noFill/>
          </a:ln>
        </p:spPr>
      </p:pic>
      <p:sp>
        <p:nvSpPr>
          <p:cNvPr id="674" name="Google Shape;674;p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000" dirty="0" err="1"/>
              <a:t>Solucion</a:t>
            </a:r>
            <a:endParaRPr sz="3000" dirty="0"/>
          </a:p>
        </p:txBody>
      </p:sp>
      <p:sp>
        <p:nvSpPr>
          <p:cNvPr id="675" name="Google Shape;675;p6"/>
          <p:cNvSpPr txBox="1">
            <a:spLocks noGrp="1"/>
          </p:cNvSpPr>
          <p:nvPr>
            <p:ph type="subTitle" idx="1"/>
          </p:nvPr>
        </p:nvSpPr>
        <p:spPr>
          <a:xfrm>
            <a:off x="371544" y="1448925"/>
            <a:ext cx="3534148" cy="1255576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400" b="1" dirty="0"/>
              <a:t>La </a:t>
            </a:r>
            <a:r>
              <a:rPr lang="en" sz="1400" b="1" dirty="0" err="1"/>
              <a:t>solución</a:t>
            </a:r>
            <a:r>
              <a:rPr lang="en" sz="1400" b="1" dirty="0"/>
              <a:t> que </a:t>
            </a:r>
            <a:r>
              <a:rPr lang="en" sz="1400" b="1" dirty="0" err="1"/>
              <a:t>proponemos</a:t>
            </a:r>
            <a:r>
              <a:rPr lang="en" sz="1400" b="1" dirty="0"/>
              <a:t> es la </a:t>
            </a:r>
            <a:r>
              <a:rPr lang="en" sz="1400" b="1" dirty="0" err="1"/>
              <a:t>creación</a:t>
            </a:r>
            <a:r>
              <a:rPr lang="en" sz="1400" b="1" dirty="0"/>
              <a:t> de </a:t>
            </a:r>
            <a:r>
              <a:rPr lang="en" sz="1400" b="1" dirty="0" err="1"/>
              <a:t>una</a:t>
            </a:r>
            <a:r>
              <a:rPr lang="en" sz="1400" b="1" dirty="0"/>
              <a:t> </a:t>
            </a:r>
            <a:r>
              <a:rPr lang="en" sz="1400" b="1" dirty="0" err="1"/>
              <a:t>aplicación</a:t>
            </a:r>
            <a:r>
              <a:rPr lang="en" sz="1400" b="1" dirty="0"/>
              <a:t> </a:t>
            </a:r>
            <a:r>
              <a:rPr lang="en" sz="1400" b="1" dirty="0" err="1"/>
              <a:t>móvil</a:t>
            </a:r>
            <a:r>
              <a:rPr lang="en" sz="1400" b="1" dirty="0"/>
              <a:t> </a:t>
            </a:r>
            <a:r>
              <a:rPr lang="en" sz="1400" b="1" dirty="0" err="1"/>
              <a:t>llamada</a:t>
            </a:r>
            <a:r>
              <a:rPr lang="en" sz="1400" b="1" dirty="0"/>
              <a:t> </a:t>
            </a:r>
            <a:r>
              <a:rPr lang="en" sz="1400" b="1" dirty="0" err="1"/>
              <a:t>Migratio</a:t>
            </a:r>
            <a:r>
              <a:rPr lang="en" sz="1400" b="1" dirty="0"/>
              <a:t> la </a:t>
            </a:r>
            <a:r>
              <a:rPr lang="en" sz="1400" b="1" dirty="0" err="1"/>
              <a:t>cual</a:t>
            </a:r>
            <a:r>
              <a:rPr lang="en" sz="1400" b="1" dirty="0"/>
              <a:t> es </a:t>
            </a:r>
            <a:r>
              <a:rPr lang="en" sz="1400" b="1" dirty="0" err="1"/>
              <a:t>una</a:t>
            </a:r>
            <a:r>
              <a:rPr lang="en" sz="1400" b="1" dirty="0"/>
              <a:t> </a:t>
            </a:r>
            <a:r>
              <a:rPr lang="en" sz="1400" b="1" dirty="0" err="1"/>
              <a:t>plataforma</a:t>
            </a:r>
            <a:r>
              <a:rPr lang="en" sz="1400" b="1" dirty="0"/>
              <a:t> </a:t>
            </a:r>
            <a:r>
              <a:rPr lang="en" sz="1400" b="1" dirty="0" err="1"/>
              <a:t>tecnológica</a:t>
            </a:r>
            <a:r>
              <a:rPr lang="en" sz="1400" b="1" dirty="0"/>
              <a:t> que </a:t>
            </a:r>
            <a:r>
              <a:rPr lang="en" sz="1400" b="1" dirty="0" err="1"/>
              <a:t>utiliza</a:t>
            </a:r>
            <a:r>
              <a:rPr lang="en" sz="1400" b="1" dirty="0"/>
              <a:t> IA </a:t>
            </a:r>
            <a:r>
              <a:rPr lang="en" sz="1400" b="1" dirty="0" err="1"/>
              <a:t>en</a:t>
            </a:r>
            <a:r>
              <a:rPr lang="en" sz="1400" b="1" dirty="0"/>
              <a:t> la </a:t>
            </a:r>
            <a:r>
              <a:rPr lang="en" sz="1400" b="1" dirty="0" err="1"/>
              <a:t>cámaras</a:t>
            </a:r>
            <a:r>
              <a:rPr lang="en" sz="1400" b="1" dirty="0"/>
              <a:t> de </a:t>
            </a:r>
            <a:r>
              <a:rPr lang="en" sz="1400" b="1" dirty="0" err="1"/>
              <a:t>seguridad</a:t>
            </a:r>
            <a:r>
              <a:rPr lang="en" sz="1400" b="1" dirty="0"/>
              <a:t> para </a:t>
            </a:r>
            <a:r>
              <a:rPr lang="en" sz="1400" b="1" dirty="0" err="1"/>
              <a:t>enfrentar</a:t>
            </a:r>
            <a:r>
              <a:rPr lang="en" sz="1400" b="1" dirty="0"/>
              <a:t> </a:t>
            </a:r>
            <a:r>
              <a:rPr lang="en" sz="1400" b="1" dirty="0" err="1"/>
              <a:t>el</a:t>
            </a:r>
            <a:r>
              <a:rPr lang="en" sz="1400" b="1" dirty="0"/>
              <a:t> </a:t>
            </a:r>
            <a:r>
              <a:rPr lang="en" sz="1400" b="1" dirty="0" err="1"/>
              <a:t>problema</a:t>
            </a:r>
            <a:r>
              <a:rPr lang="en" sz="1400" b="1" dirty="0"/>
              <a:t> del </a:t>
            </a:r>
            <a:r>
              <a:rPr lang="en" sz="1400" b="1" dirty="0" err="1"/>
              <a:t>overturismo</a:t>
            </a:r>
            <a:r>
              <a:rPr lang="en" sz="1400" b="1" dirty="0"/>
              <a:t>.</a:t>
            </a:r>
            <a:endParaRPr sz="1400" b="1" dirty="0"/>
          </a:p>
        </p:txBody>
      </p:sp>
      <p:sp>
        <p:nvSpPr>
          <p:cNvPr id="677" name="Google Shape;677;p6"/>
          <p:cNvSpPr/>
          <p:nvPr/>
        </p:nvSpPr>
        <p:spPr>
          <a:xfrm>
            <a:off x="3489933" y="848325"/>
            <a:ext cx="207300" cy="207000"/>
          </a:xfrm>
          <a:prstGeom prst="ellipse">
            <a:avLst/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6"/>
          <p:cNvSpPr/>
          <p:nvPr/>
        </p:nvSpPr>
        <p:spPr>
          <a:xfrm>
            <a:off x="4571900" y="1451822"/>
            <a:ext cx="4200556" cy="1384954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La </a:t>
            </a:r>
            <a:r>
              <a:rPr lang="en" sz="1400" b="1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aplicación</a:t>
            </a:r>
            <a:r>
              <a:rPr lang="en" sz="1400" b="1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400" b="1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nos</a:t>
            </a:r>
            <a:r>
              <a:rPr lang="en" sz="1400" b="1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400" b="1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permitirá</a:t>
            </a:r>
            <a:r>
              <a:rPr lang="en" sz="1400" b="1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400" b="1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monitorear</a:t>
            </a:r>
            <a:r>
              <a:rPr lang="en" sz="1400" b="1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400" b="1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en</a:t>
            </a:r>
            <a:r>
              <a:rPr lang="en" sz="1400" b="1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400" b="1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tiempo</a:t>
            </a:r>
            <a:r>
              <a:rPr lang="en" sz="1400" b="1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real la </a:t>
            </a:r>
            <a:r>
              <a:rPr lang="en" sz="1400" b="1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densidad</a:t>
            </a:r>
            <a:r>
              <a:rPr lang="en" sz="1400" b="1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de </a:t>
            </a:r>
            <a:r>
              <a:rPr lang="en" sz="1400" b="1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turistas</a:t>
            </a:r>
            <a:r>
              <a:rPr lang="en" sz="1400" b="1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400" b="1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en</a:t>
            </a:r>
            <a:r>
              <a:rPr lang="en" sz="1400" b="1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400" b="1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los</a:t>
            </a:r>
            <a:r>
              <a:rPr lang="en" sz="1400" b="1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400" b="1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lugares</a:t>
            </a:r>
            <a:r>
              <a:rPr lang="en" sz="1400" b="1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mas </a:t>
            </a:r>
            <a:r>
              <a:rPr lang="en" sz="1400" b="1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visitados</a:t>
            </a:r>
            <a:r>
              <a:rPr lang="en" sz="1400" b="1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de la </a:t>
            </a:r>
            <a:r>
              <a:rPr lang="en" sz="1400" b="1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comuna</a:t>
            </a:r>
            <a:r>
              <a:rPr lang="en" sz="1400" b="1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. Con </a:t>
            </a:r>
            <a:r>
              <a:rPr lang="en" sz="1400" b="1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esta</a:t>
            </a:r>
            <a:r>
              <a:rPr lang="en" sz="1400" b="1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400" b="1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información</a:t>
            </a:r>
            <a:r>
              <a:rPr lang="en" sz="1400" b="1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400" b="1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el</a:t>
            </a:r>
            <a:r>
              <a:rPr lang="en" sz="1400" b="1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turista </a:t>
            </a:r>
            <a:r>
              <a:rPr lang="en" sz="1400" b="1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podrá</a:t>
            </a:r>
            <a:r>
              <a:rPr lang="en" sz="1400" b="1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400" b="1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generar</a:t>
            </a:r>
            <a:r>
              <a:rPr lang="en" sz="1400" b="1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400" b="1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itinerarios</a:t>
            </a:r>
            <a:r>
              <a:rPr lang="en" sz="1400" b="1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400" b="1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dinámicos</a:t>
            </a:r>
            <a:r>
              <a:rPr lang="en" sz="1400" b="1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y </a:t>
            </a:r>
            <a:r>
              <a:rPr lang="en" sz="1400" b="1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personalizados</a:t>
            </a:r>
            <a:r>
              <a:rPr lang="en" sz="1400" b="1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, </a:t>
            </a:r>
            <a:r>
              <a:rPr lang="en" sz="1400" b="1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recomendando</a:t>
            </a:r>
            <a:r>
              <a:rPr lang="en" sz="1400" b="1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las </a:t>
            </a:r>
            <a:r>
              <a:rPr lang="en" sz="1400" b="1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mejores</a:t>
            </a:r>
            <a:r>
              <a:rPr lang="en" sz="1400" b="1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horas y </a:t>
            </a:r>
            <a:r>
              <a:rPr lang="en" sz="1400" b="1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lugares</a:t>
            </a:r>
            <a:r>
              <a:rPr lang="en" sz="1400" b="1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para </a:t>
            </a:r>
            <a:r>
              <a:rPr lang="en" sz="1400" b="1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visitar</a:t>
            </a:r>
            <a:r>
              <a:rPr lang="en" sz="1400" b="1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.</a:t>
            </a:r>
            <a:endParaRPr sz="1400" b="1" i="0" u="none" strike="noStrike" cap="none" dirty="0">
              <a:solidFill>
                <a:srgbClr val="000000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pic>
        <p:nvPicPr>
          <p:cNvPr id="681" name="Google Shape;681;p6" descr="Archivo:Logo DuocUC.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32726" y="86096"/>
            <a:ext cx="1939730" cy="520156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6"/>
          <p:cNvSpPr/>
          <p:nvPr/>
        </p:nvSpPr>
        <p:spPr>
          <a:xfrm>
            <a:off x="63795" y="80924"/>
            <a:ext cx="389861" cy="344378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9771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2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7"/>
          <p:cNvSpPr txBox="1">
            <a:spLocks noGrp="1"/>
          </p:cNvSpPr>
          <p:nvPr>
            <p:ph type="title"/>
          </p:nvPr>
        </p:nvSpPr>
        <p:spPr>
          <a:xfrm>
            <a:off x="2028060" y="458112"/>
            <a:ext cx="4919330" cy="6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 sz="3000" dirty="0" err="1"/>
              <a:t>Requerimientos</a:t>
            </a:r>
            <a:r>
              <a:rPr lang="en" sz="3000" dirty="0"/>
              <a:t> </a:t>
            </a:r>
            <a:r>
              <a:rPr lang="en" sz="3000" dirty="0" err="1"/>
              <a:t>funcionales</a:t>
            </a:r>
            <a:endParaRPr sz="3000" dirty="0"/>
          </a:p>
        </p:txBody>
      </p:sp>
      <p:pic>
        <p:nvPicPr>
          <p:cNvPr id="688" name="Google Shape;688;p7"/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t="5931" b="5931"/>
          <a:stretch/>
        </p:blipFill>
        <p:spPr>
          <a:prstGeom prst="roundRect">
            <a:avLst>
              <a:gd name="adj" fmla="val 16667"/>
            </a:avLst>
          </a:prstGeom>
          <a:noFill/>
          <a:ln>
            <a:noFill/>
          </a:ln>
        </p:spPr>
      </p:pic>
      <p:pic>
        <p:nvPicPr>
          <p:cNvPr id="689" name="Google Shape;689;p7"/>
          <p:cNvPicPr preferRelativeResize="0">
            <a:picLocks noGrp="1"/>
          </p:cNvPicPr>
          <p:nvPr>
            <p:ph type="pic" idx="4"/>
          </p:nvPr>
        </p:nvPicPr>
        <p:blipFill rotWithShape="1">
          <a:blip r:embed="rId4">
            <a:alphaModFix/>
          </a:blip>
          <a:srcRect t="5931" b="5931"/>
          <a:stretch/>
        </p:blipFill>
        <p:spPr>
          <a:prstGeom prst="roundRect">
            <a:avLst>
              <a:gd name="adj" fmla="val 16667"/>
            </a:avLst>
          </a:prstGeom>
          <a:noFill/>
          <a:ln>
            <a:noFill/>
          </a:ln>
        </p:spPr>
      </p:pic>
      <p:pic>
        <p:nvPicPr>
          <p:cNvPr id="690" name="Google Shape;690;p7"/>
          <p:cNvPicPr preferRelativeResize="0">
            <a:picLocks noGrp="1"/>
          </p:cNvPicPr>
          <p:nvPr>
            <p:ph type="pic" idx="5"/>
          </p:nvPr>
        </p:nvPicPr>
        <p:blipFill rotWithShape="1">
          <a:blip r:embed="rId5">
            <a:alphaModFix/>
          </a:blip>
          <a:srcRect t="6041" b="6041"/>
          <a:stretch/>
        </p:blipFill>
        <p:spPr>
          <a:prstGeom prst="roundRect">
            <a:avLst>
              <a:gd name="adj" fmla="val 16667"/>
            </a:avLst>
          </a:prstGeom>
          <a:noFill/>
          <a:ln>
            <a:noFill/>
          </a:ln>
        </p:spPr>
      </p:pic>
      <p:pic>
        <p:nvPicPr>
          <p:cNvPr id="691" name="Google Shape;691;p7"/>
          <p:cNvPicPr preferRelativeResize="0">
            <a:picLocks noGrp="1"/>
          </p:cNvPicPr>
          <p:nvPr>
            <p:ph type="pic" idx="6"/>
          </p:nvPr>
        </p:nvPicPr>
        <p:blipFill rotWithShape="1">
          <a:blip r:embed="rId6">
            <a:alphaModFix/>
          </a:blip>
          <a:srcRect t="8905" b="8905"/>
          <a:stretch/>
        </p:blipFill>
        <p:spPr>
          <a:prstGeom prst="roundRect">
            <a:avLst>
              <a:gd name="adj" fmla="val 16667"/>
            </a:avLst>
          </a:prstGeom>
          <a:noFill/>
          <a:ln>
            <a:noFill/>
          </a:ln>
        </p:spPr>
      </p:pic>
      <p:sp>
        <p:nvSpPr>
          <p:cNvPr id="692" name="Google Shape;692;p7"/>
          <p:cNvSpPr/>
          <p:nvPr/>
        </p:nvSpPr>
        <p:spPr>
          <a:xfrm>
            <a:off x="212975" y="3778750"/>
            <a:ext cx="2006100" cy="1194000"/>
          </a:xfrm>
          <a:prstGeom prst="roundRect">
            <a:avLst>
              <a:gd name="adj" fmla="val 16667"/>
            </a:avLst>
          </a:prstGeom>
          <a:solidFill>
            <a:srgbClr val="2D3239">
              <a:alpha val="164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7"/>
          <p:cNvSpPr/>
          <p:nvPr/>
        </p:nvSpPr>
        <p:spPr>
          <a:xfrm>
            <a:off x="2450513" y="3777600"/>
            <a:ext cx="2006100" cy="1194000"/>
          </a:xfrm>
          <a:prstGeom prst="roundRect">
            <a:avLst>
              <a:gd name="adj" fmla="val 16667"/>
            </a:avLst>
          </a:prstGeom>
          <a:solidFill>
            <a:srgbClr val="2D3239">
              <a:alpha val="164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7"/>
          <p:cNvSpPr/>
          <p:nvPr/>
        </p:nvSpPr>
        <p:spPr>
          <a:xfrm>
            <a:off x="4673650" y="3777600"/>
            <a:ext cx="2006100" cy="1194000"/>
          </a:xfrm>
          <a:prstGeom prst="roundRect">
            <a:avLst>
              <a:gd name="adj" fmla="val 16667"/>
            </a:avLst>
          </a:prstGeom>
          <a:solidFill>
            <a:srgbClr val="2D3239">
              <a:alpha val="164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7"/>
          <p:cNvSpPr/>
          <p:nvPr/>
        </p:nvSpPr>
        <p:spPr>
          <a:xfrm>
            <a:off x="6910625" y="3778750"/>
            <a:ext cx="2006100" cy="1194000"/>
          </a:xfrm>
          <a:prstGeom prst="roundRect">
            <a:avLst>
              <a:gd name="adj" fmla="val 16667"/>
            </a:avLst>
          </a:prstGeom>
          <a:solidFill>
            <a:srgbClr val="2D3239">
              <a:alpha val="164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7"/>
          <p:cNvSpPr txBox="1"/>
          <p:nvPr/>
        </p:nvSpPr>
        <p:spPr>
          <a:xfrm>
            <a:off x="469403" y="1093040"/>
            <a:ext cx="8036644" cy="2000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1. El </a:t>
            </a:r>
            <a:r>
              <a:rPr lang="en" sz="1400" b="1" i="0" u="none" strike="noStrike" cap="none" dirty="0" err="1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sistema</a:t>
            </a: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400" b="1" i="0" u="none" strike="noStrike" cap="none" dirty="0" err="1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debe</a:t>
            </a: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400" b="1" i="0" u="none" strike="noStrike" cap="none" dirty="0" err="1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poder</a:t>
            </a: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 registrar </a:t>
            </a:r>
            <a:r>
              <a:rPr lang="en" sz="1400" b="1" i="0" u="none" strike="noStrike" cap="none" dirty="0" err="1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imágenes</a:t>
            </a: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400" b="1" i="0" u="none" strike="noStrike" cap="none" dirty="0" err="1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en</a:t>
            </a: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400" b="1" i="0" u="none" strike="noStrike" cap="none" dirty="0" err="1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tiempo</a:t>
            </a: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 real para </a:t>
            </a:r>
            <a:r>
              <a:rPr lang="en" sz="1400" b="1" i="0" u="none" strike="noStrike" cap="none" dirty="0" err="1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monitorizar</a:t>
            </a: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400" b="1" i="0" u="none" strike="noStrike" cap="none" dirty="0" err="1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el</a:t>
            </a: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400" b="1" i="0" u="none" strike="noStrike" cap="none" dirty="0" err="1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flujo</a:t>
            </a: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 de </a:t>
            </a:r>
            <a:r>
              <a:rPr lang="en" sz="1400" b="1" i="0" u="none" strike="noStrike" cap="none" dirty="0" err="1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visitantes</a:t>
            </a: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 de </a:t>
            </a:r>
            <a:r>
              <a:rPr lang="en" sz="1400" b="1" i="0" u="none" strike="noStrike" cap="none" dirty="0" err="1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una</a:t>
            </a: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400" b="1" i="0" u="none" strike="noStrike" cap="none" dirty="0" err="1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locación</a:t>
            </a: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.</a:t>
            </a:r>
            <a:endParaRPr b="1" dirty="0">
              <a:solidFill>
                <a:schemeClr val="bg1">
                  <a:lumMod val="10000"/>
                </a:schemeClr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2. El </a:t>
            </a:r>
            <a:r>
              <a:rPr lang="en" sz="1400" b="1" i="0" u="none" strike="noStrike" cap="none" dirty="0" err="1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sistema</a:t>
            </a: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400" b="1" i="0" u="none" strike="noStrike" cap="none" dirty="0" err="1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deberá</a:t>
            </a: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400" b="1" i="0" u="none" strike="noStrike" cap="none" dirty="0" err="1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entregar</a:t>
            </a: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400" b="1" i="0" u="none" strike="noStrike" cap="none" dirty="0" err="1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métricas</a:t>
            </a: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400" b="1" i="0" u="none" strike="noStrike" cap="none" dirty="0" err="1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aplicadas</a:t>
            </a: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400" b="1" i="0" u="none" strike="noStrike" cap="none" dirty="0" err="1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en</a:t>
            </a: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400" b="1" i="0" u="none" strike="noStrike" cap="none" dirty="0" err="1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formato</a:t>
            </a: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 de </a:t>
            </a:r>
            <a:r>
              <a:rPr lang="en" sz="1400" b="1" i="0" u="none" strike="noStrike" cap="none" dirty="0" err="1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escala</a:t>
            </a: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 para </a:t>
            </a:r>
            <a:r>
              <a:rPr lang="en" sz="1400" b="1" i="0" u="none" strike="noStrike" cap="none" dirty="0" err="1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indicar</a:t>
            </a: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 que tan </a:t>
            </a:r>
            <a:r>
              <a:rPr lang="en" sz="1400" b="1" i="0" u="none" strike="noStrike" cap="none" dirty="0" err="1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saturada</a:t>
            </a: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 se </a:t>
            </a:r>
            <a:r>
              <a:rPr lang="en" sz="1400" b="1" i="0" u="none" strike="noStrike" cap="none" dirty="0" err="1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encuentra</a:t>
            </a: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400" b="1" i="0" u="none" strike="noStrike" cap="none" dirty="0" err="1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una</a:t>
            </a: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400" b="1" i="0" u="none" strike="noStrike" cap="none" dirty="0" err="1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locación</a:t>
            </a: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.</a:t>
            </a:r>
            <a:endParaRPr b="1" dirty="0">
              <a:solidFill>
                <a:schemeClr val="bg1">
                  <a:lumMod val="10000"/>
                </a:schemeClr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3. El </a:t>
            </a:r>
            <a:r>
              <a:rPr lang="en" sz="1400" b="1" i="0" u="none" strike="noStrike" cap="none" dirty="0" err="1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sistema</a:t>
            </a: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400" b="1" i="0" u="none" strike="noStrike" cap="none" dirty="0" err="1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almacena</a:t>
            </a: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400" b="1" i="0" u="none" strike="noStrike" cap="none" dirty="0" err="1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datos</a:t>
            </a: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400" b="1" i="0" u="none" strike="noStrike" cap="none" dirty="0" err="1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como</a:t>
            </a: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: </a:t>
            </a:r>
            <a:r>
              <a:rPr lang="en" sz="1400" b="1" i="0" u="none" strike="noStrike" cap="none" dirty="0" err="1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Ubicación</a:t>
            </a: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, </a:t>
            </a:r>
            <a:r>
              <a:rPr lang="en" sz="1400" b="1" i="0" u="none" strike="noStrike" cap="none" dirty="0" err="1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Fecha</a:t>
            </a: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, Hora y </a:t>
            </a:r>
            <a:r>
              <a:rPr lang="en" sz="1400" b="1" i="0" u="none" strike="noStrike" cap="none" dirty="0" err="1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nivel</a:t>
            </a: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 de </a:t>
            </a:r>
            <a:r>
              <a:rPr lang="en" sz="1400" b="1" i="0" u="none" strike="noStrike" cap="none" dirty="0" err="1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saturación</a:t>
            </a: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.</a:t>
            </a:r>
            <a:b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</a:b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4. El </a:t>
            </a:r>
            <a:r>
              <a:rPr lang="en" sz="1400" b="1" i="0" u="none" strike="noStrike" cap="none" dirty="0" err="1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usuario</a:t>
            </a: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400" b="1" i="0" u="none" strike="noStrike" cap="none" dirty="0" err="1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podrá</a:t>
            </a: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 usar un </a:t>
            </a:r>
            <a:r>
              <a:rPr lang="en" sz="1400" b="1" i="0" u="none" strike="noStrike" cap="none" dirty="0" err="1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buscador</a:t>
            </a: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 para </a:t>
            </a:r>
            <a:r>
              <a:rPr lang="en" sz="1400" b="1" i="0" u="none" strike="noStrike" cap="none" dirty="0" err="1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seleccionar</a:t>
            </a: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400" b="1" i="0" u="none" strike="noStrike" cap="none" dirty="0" err="1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alguna</a:t>
            </a: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400" b="1" i="0" u="none" strike="noStrike" cap="none" dirty="0" err="1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locación</a:t>
            </a: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 de la </a:t>
            </a:r>
            <a:r>
              <a:rPr lang="en" sz="1400" b="1" i="0" u="none" strike="noStrike" cap="none" dirty="0" err="1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cual</a:t>
            </a: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400" b="1" i="0" u="none" strike="noStrike" cap="none" dirty="0" err="1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desee</a:t>
            </a: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400" b="1" i="0" u="none" strike="noStrike" cap="none" dirty="0" err="1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información</a:t>
            </a: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.</a:t>
            </a:r>
            <a:endParaRPr b="1" dirty="0">
              <a:solidFill>
                <a:schemeClr val="bg1">
                  <a:lumMod val="10000"/>
                </a:schemeClr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5. El </a:t>
            </a:r>
            <a:r>
              <a:rPr lang="en" sz="1400" b="1" i="0" u="none" strike="noStrike" cap="none" dirty="0" err="1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usuario</a:t>
            </a: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400" b="1" i="0" u="none" strike="noStrike" cap="none" dirty="0" err="1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podrá</a:t>
            </a: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400" b="1" i="0" u="none" strike="noStrike" cap="none" dirty="0" err="1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crear</a:t>
            </a: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 un </a:t>
            </a:r>
            <a:r>
              <a:rPr lang="en" sz="1400" b="1" i="0" u="none" strike="noStrike" cap="none" dirty="0" err="1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recorrido</a:t>
            </a: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400" b="1" i="0" u="none" strike="noStrike" cap="none" dirty="0" err="1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sumando</a:t>
            </a: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400" b="1" i="0" u="none" strike="noStrike" cap="none" dirty="0" err="1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distintas</a:t>
            </a: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400" b="1" i="0" u="none" strike="noStrike" cap="none" dirty="0" err="1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locaciones</a:t>
            </a: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 a un </a:t>
            </a:r>
            <a:r>
              <a:rPr lang="en" sz="1400" b="1" i="0" u="none" strike="noStrike" cap="none" dirty="0" err="1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viaje</a:t>
            </a: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.</a:t>
            </a:r>
            <a:endParaRPr b="1" dirty="0">
              <a:solidFill>
                <a:schemeClr val="bg1">
                  <a:lumMod val="10000"/>
                </a:schemeClr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6. El </a:t>
            </a:r>
            <a:r>
              <a:rPr lang="en" sz="1400" b="1" i="0" u="none" strike="noStrike" cap="none" dirty="0" err="1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sistema</a:t>
            </a: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400" b="1" i="0" u="none" strike="noStrike" cap="none" dirty="0" err="1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debe</a:t>
            </a: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400" b="1" i="0" u="none" strike="noStrike" cap="none" dirty="0" err="1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poder</a:t>
            </a: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400" b="1" i="0" u="none" strike="noStrike" cap="none" dirty="0" err="1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proteger</a:t>
            </a: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 la </a:t>
            </a:r>
            <a:r>
              <a:rPr lang="en" sz="1400" b="1" i="0" u="none" strike="noStrike" cap="none" dirty="0" err="1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privacidad</a:t>
            </a: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 y </a:t>
            </a:r>
            <a:r>
              <a:rPr lang="en" sz="1400" b="1" i="0" u="none" strike="noStrike" cap="none" dirty="0" err="1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seguridad</a:t>
            </a: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 de </a:t>
            </a:r>
            <a:r>
              <a:rPr lang="en" sz="1400" b="1" i="0" u="none" strike="noStrike" cap="none" dirty="0" err="1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los</a:t>
            </a: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400" b="1" i="0" u="none" strike="noStrike" cap="none" dirty="0" err="1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datos</a:t>
            </a: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400" b="1" i="0" u="none" strike="noStrike" cap="none" dirty="0" err="1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capturados</a:t>
            </a: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 y </a:t>
            </a:r>
            <a:r>
              <a:rPr lang="en" sz="1400" b="1" i="0" u="none" strike="noStrike" cap="none" dirty="0" err="1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analizados</a:t>
            </a:r>
            <a:r>
              <a:rPr lang="en" sz="1400" b="1" i="0" u="none" strike="noStrike" cap="none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.</a:t>
            </a:r>
            <a:endParaRPr sz="1400" b="1" i="0" u="none" strike="noStrike" cap="none" dirty="0">
              <a:solidFill>
                <a:schemeClr val="bg1">
                  <a:lumMod val="10000"/>
                </a:schemeClr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 i="0" u="none" strike="noStrike" cap="none" dirty="0">
              <a:solidFill>
                <a:schemeClr val="bg1">
                  <a:lumMod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9" name="Google Shape;699;p7" descr="Archivo:Logo DuocUC.sv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910620" y="0"/>
            <a:ext cx="1939730" cy="520156"/>
          </a:xfrm>
          <a:prstGeom prst="rect">
            <a:avLst/>
          </a:prstGeom>
          <a:noFill/>
          <a:ln>
            <a:noFill/>
          </a:ln>
        </p:spPr>
      </p:pic>
      <p:sp>
        <p:nvSpPr>
          <p:cNvPr id="700" name="Google Shape;700;p7"/>
          <p:cNvSpPr/>
          <p:nvPr/>
        </p:nvSpPr>
        <p:spPr>
          <a:xfrm>
            <a:off x="63795" y="80924"/>
            <a:ext cx="389861" cy="344378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9771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2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8"/>
          <p:cNvSpPr txBox="1">
            <a:spLocks noGrp="1"/>
          </p:cNvSpPr>
          <p:nvPr>
            <p:ph type="title"/>
          </p:nvPr>
        </p:nvSpPr>
        <p:spPr>
          <a:xfrm>
            <a:off x="820197" y="442041"/>
            <a:ext cx="6984100" cy="7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000"/>
              <a:t>Requerimientos no funcionales</a:t>
            </a:r>
            <a:endParaRPr sz="3000"/>
          </a:p>
        </p:txBody>
      </p:sp>
      <p:sp>
        <p:nvSpPr>
          <p:cNvPr id="707" name="Google Shape;707;p8"/>
          <p:cNvSpPr/>
          <p:nvPr/>
        </p:nvSpPr>
        <p:spPr>
          <a:xfrm>
            <a:off x="1456275" y="597864"/>
            <a:ext cx="207300" cy="207000"/>
          </a:xfrm>
          <a:prstGeom prst="ellipse">
            <a:avLst/>
          </a:prstGeom>
          <a:solidFill>
            <a:schemeClr val="accent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8"/>
          <p:cNvSpPr txBox="1"/>
          <p:nvPr/>
        </p:nvSpPr>
        <p:spPr>
          <a:xfrm>
            <a:off x="453656" y="1121236"/>
            <a:ext cx="8036644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1.-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Migratio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debe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ser compatible con 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móviles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y Tablet (iOS y Android),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asegurando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la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experiencia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de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usuario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2.- 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La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aplicación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debe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ser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optimizada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para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distintos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tamaños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de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pantalla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y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resoluciones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3.-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El frontend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será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desarrollado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con Flutter para la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aplicación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móvil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obteniendo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una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interfaz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interactiva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,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accesible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y de alto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rendimiento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</a:br>
            <a:r>
              <a:rPr lang="en" sz="1600" b="1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4.- 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La UI/UX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debe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cumplir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con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principios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de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accesibilidad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y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experiencia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de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usuario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intuitiva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5.- 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El backend se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desarrollará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en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Node.js con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Express.js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,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proporcionando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APIs RESTful y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compatibilidad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con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GraphQL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para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mejorar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la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flexibilidad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en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la consulta de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datos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.</a:t>
            </a:r>
            <a:endParaRPr sz="1600" dirty="0"/>
          </a:p>
        </p:txBody>
      </p:sp>
      <p:pic>
        <p:nvPicPr>
          <p:cNvPr id="712" name="Google Shape;712;p8" descr="Archivo:Logo DuocUC.sv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19854" y="4807"/>
            <a:ext cx="1939730" cy="520156"/>
          </a:xfrm>
          <a:prstGeom prst="rect">
            <a:avLst/>
          </a:prstGeom>
          <a:noFill/>
          <a:ln>
            <a:noFill/>
          </a:ln>
        </p:spPr>
      </p:pic>
      <p:sp>
        <p:nvSpPr>
          <p:cNvPr id="713" name="Google Shape;713;p8"/>
          <p:cNvSpPr/>
          <p:nvPr/>
        </p:nvSpPr>
        <p:spPr>
          <a:xfrm>
            <a:off x="63795" y="80924"/>
            <a:ext cx="389861" cy="344378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9771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2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704">
          <a:extLst>
            <a:ext uri="{FF2B5EF4-FFF2-40B4-BE49-F238E27FC236}">
              <a16:creationId xmlns:a16="http://schemas.microsoft.com/office/drawing/2014/main" id="{1FB5E976-0BEA-7677-3F79-E3AB52BA8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8">
            <a:extLst>
              <a:ext uri="{FF2B5EF4-FFF2-40B4-BE49-F238E27FC236}">
                <a16:creationId xmlns:a16="http://schemas.microsoft.com/office/drawing/2014/main" id="{F17564FA-4F5B-5B25-DA7A-2DB6E90E7C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0197" y="442041"/>
            <a:ext cx="6984100" cy="7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000"/>
              <a:t>Requerimientos no funcionales</a:t>
            </a:r>
            <a:endParaRPr sz="3000"/>
          </a:p>
        </p:txBody>
      </p:sp>
      <p:sp>
        <p:nvSpPr>
          <p:cNvPr id="707" name="Google Shape;707;p8">
            <a:extLst>
              <a:ext uri="{FF2B5EF4-FFF2-40B4-BE49-F238E27FC236}">
                <a16:creationId xmlns:a16="http://schemas.microsoft.com/office/drawing/2014/main" id="{8378D20A-C088-0A54-F8DA-6A5EF04033CE}"/>
              </a:ext>
            </a:extLst>
          </p:cNvPr>
          <p:cNvSpPr/>
          <p:nvPr/>
        </p:nvSpPr>
        <p:spPr>
          <a:xfrm>
            <a:off x="1456275" y="597864"/>
            <a:ext cx="207300" cy="207000"/>
          </a:xfrm>
          <a:prstGeom prst="ellipse">
            <a:avLst/>
          </a:prstGeom>
          <a:solidFill>
            <a:schemeClr val="accent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8">
            <a:extLst>
              <a:ext uri="{FF2B5EF4-FFF2-40B4-BE49-F238E27FC236}">
                <a16:creationId xmlns:a16="http://schemas.microsoft.com/office/drawing/2014/main" id="{267E94E7-463C-B424-06E9-DC5D213A17DD}"/>
              </a:ext>
            </a:extLst>
          </p:cNvPr>
          <p:cNvSpPr txBox="1"/>
          <p:nvPr/>
        </p:nvSpPr>
        <p:spPr>
          <a:xfrm>
            <a:off x="453656" y="1328011"/>
            <a:ext cx="8036644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6.-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Implementación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de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protocolos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de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seguridad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avanzados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,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incluyendo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600" b="1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OAuth 2.0 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y JWT </a:t>
            </a:r>
            <a:r>
              <a:rPr lang="en" sz="1600" b="1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(JSON Web Tokens) 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para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autenticación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y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autorización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segura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7.-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Prácticas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de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seguridad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en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desarrollo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600" b="1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(OWASP Top 10) 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para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mitigar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vulnerabilidades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comunes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como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inyección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de </a:t>
            </a:r>
            <a:r>
              <a:rPr lang="en" sz="1600" b="1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SQL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, </a:t>
            </a:r>
            <a:r>
              <a:rPr lang="en" sz="1600" b="1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CSRF y XSS.</a:t>
            </a:r>
            <a:endParaRPr sz="1600" b="1" i="0" u="none" strike="noStrike" cap="none" dirty="0">
              <a:solidFill>
                <a:srgbClr val="000000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711" name="Google Shape;711;p8">
            <a:extLst>
              <a:ext uri="{FF2B5EF4-FFF2-40B4-BE49-F238E27FC236}">
                <a16:creationId xmlns:a16="http://schemas.microsoft.com/office/drawing/2014/main" id="{D50B7BAE-FEBC-F3BF-EB00-E00F583EE591}"/>
              </a:ext>
            </a:extLst>
          </p:cNvPr>
          <p:cNvSpPr txBox="1"/>
          <p:nvPr/>
        </p:nvSpPr>
        <p:spPr>
          <a:xfrm>
            <a:off x="453656" y="2648339"/>
            <a:ext cx="8036644" cy="2062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8.- 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Uso del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patrón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Model-View-Controller </a:t>
            </a:r>
            <a:r>
              <a:rPr lang="en" sz="1600" b="1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(MVC)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en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el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backend para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estructurar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el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código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de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manera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modular y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organizada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9.-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Implementación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del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patrón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Repositorio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para la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gestión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eficiente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de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datos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y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consultas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optimizadas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en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la base de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datos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10.-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Tecnología de Bases de Datos </a:t>
            </a:r>
            <a:r>
              <a:rPr lang="en" sz="1600" b="1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Firestore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para la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captura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y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sincronización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en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tiempo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real de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datos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relacionados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con la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densidad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de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turistas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.</a:t>
            </a:r>
            <a:endParaRPr sz="1600" b="0" i="0" u="none" strike="noStrike" cap="none" dirty="0">
              <a:solidFill>
                <a:srgbClr val="000000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pic>
        <p:nvPicPr>
          <p:cNvPr id="712" name="Google Shape;712;p8" descr="Archivo:Logo DuocUC.svg">
            <a:extLst>
              <a:ext uri="{FF2B5EF4-FFF2-40B4-BE49-F238E27FC236}">
                <a16:creationId xmlns:a16="http://schemas.microsoft.com/office/drawing/2014/main" id="{BDDE9696-73A9-5250-509C-FF9053B6CD6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19854" y="4807"/>
            <a:ext cx="1939730" cy="520156"/>
          </a:xfrm>
          <a:prstGeom prst="rect">
            <a:avLst/>
          </a:prstGeom>
          <a:noFill/>
          <a:ln>
            <a:noFill/>
          </a:ln>
        </p:spPr>
      </p:pic>
      <p:sp>
        <p:nvSpPr>
          <p:cNvPr id="713" name="Google Shape;713;p8">
            <a:extLst>
              <a:ext uri="{FF2B5EF4-FFF2-40B4-BE49-F238E27FC236}">
                <a16:creationId xmlns:a16="http://schemas.microsoft.com/office/drawing/2014/main" id="{B80F202D-CA50-EDE8-5D0C-20CCF659B8B2}"/>
              </a:ext>
            </a:extLst>
          </p:cNvPr>
          <p:cNvSpPr/>
          <p:nvPr/>
        </p:nvSpPr>
        <p:spPr>
          <a:xfrm>
            <a:off x="63795" y="80924"/>
            <a:ext cx="389861" cy="344378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9771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2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322760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704">
          <a:extLst>
            <a:ext uri="{FF2B5EF4-FFF2-40B4-BE49-F238E27FC236}">
              <a16:creationId xmlns:a16="http://schemas.microsoft.com/office/drawing/2014/main" id="{8636C238-1818-B34D-ADDA-A5B6094E6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8">
            <a:extLst>
              <a:ext uri="{FF2B5EF4-FFF2-40B4-BE49-F238E27FC236}">
                <a16:creationId xmlns:a16="http://schemas.microsoft.com/office/drawing/2014/main" id="{7E74E844-8411-B1ED-FEDD-D3A141CB6C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0197" y="442041"/>
            <a:ext cx="6984100" cy="7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000" dirty="0" err="1"/>
              <a:t>Requerimientos</a:t>
            </a:r>
            <a:r>
              <a:rPr lang="en" sz="3000" dirty="0"/>
              <a:t> no </a:t>
            </a:r>
            <a:r>
              <a:rPr lang="en" sz="3000" dirty="0" err="1"/>
              <a:t>funcionales</a:t>
            </a:r>
            <a:endParaRPr sz="3000" dirty="0"/>
          </a:p>
        </p:txBody>
      </p:sp>
      <p:sp>
        <p:nvSpPr>
          <p:cNvPr id="707" name="Google Shape;707;p8">
            <a:extLst>
              <a:ext uri="{FF2B5EF4-FFF2-40B4-BE49-F238E27FC236}">
                <a16:creationId xmlns:a16="http://schemas.microsoft.com/office/drawing/2014/main" id="{EC68AE06-BF6A-170C-5C59-C73B699004D6}"/>
              </a:ext>
            </a:extLst>
          </p:cNvPr>
          <p:cNvSpPr/>
          <p:nvPr/>
        </p:nvSpPr>
        <p:spPr>
          <a:xfrm>
            <a:off x="1456275" y="597864"/>
            <a:ext cx="207300" cy="207000"/>
          </a:xfrm>
          <a:prstGeom prst="ellipse">
            <a:avLst/>
          </a:prstGeom>
          <a:solidFill>
            <a:schemeClr val="accent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8">
            <a:extLst>
              <a:ext uri="{FF2B5EF4-FFF2-40B4-BE49-F238E27FC236}">
                <a16:creationId xmlns:a16="http://schemas.microsoft.com/office/drawing/2014/main" id="{08EF4337-25B6-1774-317D-57FD818DCE26}"/>
              </a:ext>
            </a:extLst>
          </p:cNvPr>
          <p:cNvSpPr txBox="1"/>
          <p:nvPr/>
        </p:nvSpPr>
        <p:spPr>
          <a:xfrm>
            <a:off x="335543" y="1207040"/>
            <a:ext cx="8263334" cy="353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10.-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Tecnología de Bases de Datos </a:t>
            </a:r>
            <a:r>
              <a:rPr lang="en" sz="1600" b="1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Firestore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para la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captura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y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sincronización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en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tiempo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real de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datos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relacionados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con la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densidad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de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turistas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</a:br>
            <a:r>
              <a:rPr lang="en" sz="1600" b="1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11.- PostgreSQL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con </a:t>
            </a:r>
            <a:r>
              <a:rPr lang="en" sz="1600" b="1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TimescaleDB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para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almacenar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y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gestionar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grandes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volúmenes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de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datos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analíticos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con series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temporales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. </a:t>
            </a:r>
            <a:r>
              <a:rPr lang="en" sz="1600" b="1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12.- 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Control de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acceso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basado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en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roles </a:t>
            </a:r>
            <a:r>
              <a:rPr lang="en" sz="1600" b="1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(RBAC) 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para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restringir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la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visualización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y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modificación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de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datos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sensibles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13.-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registros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de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acceso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para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monitorear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y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revisar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el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uso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de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datos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en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tiempo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real.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14.-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Implementación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del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modelo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híbrido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YOLOv8 l para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análisis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de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densidad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de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visitantes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en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tiempo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real.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15.- 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Uso de Computer Vision con </a:t>
            </a:r>
            <a:r>
              <a:rPr lang="en" sz="1600" b="1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OpenCV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y TensorFlow para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mejorar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la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detección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y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conteo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de personas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en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locaciones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6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específicas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.</a:t>
            </a:r>
            <a:endParaRPr sz="1600" b="0" i="0" u="none" strike="noStrike" cap="none" dirty="0">
              <a:solidFill>
                <a:srgbClr val="000000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pic>
        <p:nvPicPr>
          <p:cNvPr id="712" name="Google Shape;712;p8" descr="Archivo:Logo DuocUC.svg">
            <a:extLst>
              <a:ext uri="{FF2B5EF4-FFF2-40B4-BE49-F238E27FC236}">
                <a16:creationId xmlns:a16="http://schemas.microsoft.com/office/drawing/2014/main" id="{105DC216-9D14-6001-85C6-0345036BF8D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19854" y="4807"/>
            <a:ext cx="1939730" cy="520156"/>
          </a:xfrm>
          <a:prstGeom prst="rect">
            <a:avLst/>
          </a:prstGeom>
          <a:noFill/>
          <a:ln>
            <a:noFill/>
          </a:ln>
        </p:spPr>
      </p:pic>
      <p:sp>
        <p:nvSpPr>
          <p:cNvPr id="713" name="Google Shape;713;p8">
            <a:extLst>
              <a:ext uri="{FF2B5EF4-FFF2-40B4-BE49-F238E27FC236}">
                <a16:creationId xmlns:a16="http://schemas.microsoft.com/office/drawing/2014/main" id="{8B1618A1-22E0-2328-CE5B-2D23E1AE3859}"/>
              </a:ext>
            </a:extLst>
          </p:cNvPr>
          <p:cNvSpPr/>
          <p:nvPr/>
        </p:nvSpPr>
        <p:spPr>
          <a:xfrm>
            <a:off x="63795" y="80924"/>
            <a:ext cx="389861" cy="344378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9771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2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070217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 sz="3000"/>
              <a:t>Arquitectura</a:t>
            </a:r>
            <a:endParaRPr sz="3000"/>
          </a:p>
        </p:txBody>
      </p:sp>
      <p:sp>
        <p:nvSpPr>
          <p:cNvPr id="720" name="Google Shape;720;p9"/>
          <p:cNvSpPr/>
          <p:nvPr/>
        </p:nvSpPr>
        <p:spPr>
          <a:xfrm>
            <a:off x="3135480" y="670900"/>
            <a:ext cx="207300" cy="2070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2" name="Google Shape;722;p9" descr="Archivo:Logo DuocUC.sv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49860" y="-45235"/>
            <a:ext cx="1939730" cy="520156"/>
          </a:xfrm>
          <a:prstGeom prst="rect">
            <a:avLst/>
          </a:prstGeom>
          <a:noFill/>
          <a:ln>
            <a:noFill/>
          </a:ln>
        </p:spPr>
      </p:pic>
      <p:sp>
        <p:nvSpPr>
          <p:cNvPr id="723" name="Google Shape;723;p9"/>
          <p:cNvSpPr/>
          <p:nvPr/>
        </p:nvSpPr>
        <p:spPr>
          <a:xfrm>
            <a:off x="63795" y="80924"/>
            <a:ext cx="389861" cy="344378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9771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2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4" name="Google Shape;724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368700"/>
            <a:ext cx="8840725" cy="362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10"/>
          <p:cNvSpPr txBox="1">
            <a:spLocks noGrp="1"/>
          </p:cNvSpPr>
          <p:nvPr>
            <p:ph type="title"/>
          </p:nvPr>
        </p:nvSpPr>
        <p:spPr>
          <a:xfrm>
            <a:off x="713250" y="577775"/>
            <a:ext cx="7717500" cy="439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 sz="2400" dirty="0" err="1"/>
              <a:t>Metodología</a:t>
            </a:r>
            <a:r>
              <a:rPr lang="en" sz="2400" dirty="0"/>
              <a:t> SCRUM</a:t>
            </a:r>
            <a:endParaRPr sz="2400" dirty="0"/>
          </a:p>
        </p:txBody>
      </p:sp>
      <p:sp>
        <p:nvSpPr>
          <p:cNvPr id="731" name="Google Shape;731;p10"/>
          <p:cNvSpPr/>
          <p:nvPr/>
        </p:nvSpPr>
        <p:spPr>
          <a:xfrm>
            <a:off x="2839736" y="711573"/>
            <a:ext cx="207300" cy="207000"/>
          </a:xfrm>
          <a:prstGeom prst="ellipse">
            <a:avLst/>
          </a:prstGeom>
          <a:solidFill>
            <a:schemeClr val="accent5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10"/>
          <p:cNvSpPr txBox="1"/>
          <p:nvPr/>
        </p:nvSpPr>
        <p:spPr>
          <a:xfrm>
            <a:off x="476594" y="1457675"/>
            <a:ext cx="3663015" cy="1795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1.- </a:t>
            </a:r>
            <a:r>
              <a:rPr lang="en" sz="14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Metodología</a:t>
            </a:r>
            <a:r>
              <a:rPr lang="en" sz="14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4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ágil</a:t>
            </a:r>
            <a:r>
              <a:rPr lang="en" sz="14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: </a:t>
            </a:r>
            <a:r>
              <a:rPr lang="en" dirty="0" err="1">
                <a:latin typeface="Catamaran"/>
                <a:ea typeface="Catamaran"/>
                <a:cs typeface="Catamaran"/>
                <a:sym typeface="Catamaran"/>
              </a:rPr>
              <a:t>iterativa</a:t>
            </a:r>
            <a:r>
              <a:rPr lang="en" sz="14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e incremental.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" b="1" dirty="0">
              <a:latin typeface="Catamaran"/>
              <a:ea typeface="Catamaran"/>
              <a:cs typeface="Catamaran"/>
              <a:sym typeface="Catamar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2.- </a:t>
            </a:r>
            <a:r>
              <a:rPr lang="en" sz="14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Flexibilidad</a:t>
            </a:r>
            <a:r>
              <a:rPr lang="en" sz="14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ante </a:t>
            </a:r>
            <a:r>
              <a:rPr lang="en" sz="14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cambios</a:t>
            </a:r>
            <a:r>
              <a:rPr lang="en" sz="14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y </a:t>
            </a:r>
            <a:r>
              <a:rPr lang="en" sz="14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prioridades</a:t>
            </a:r>
            <a:r>
              <a:rPr lang="en" sz="14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" sz="1400" b="1" i="0" u="none" strike="noStrike" cap="none" dirty="0">
              <a:solidFill>
                <a:srgbClr val="000000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3.- </a:t>
            </a:r>
            <a:r>
              <a:rPr lang="en" sz="14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Integración</a:t>
            </a:r>
            <a:r>
              <a:rPr lang="en" sz="14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4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constante</a:t>
            </a:r>
            <a:r>
              <a:rPr lang="en" sz="14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de feedback con </a:t>
            </a:r>
            <a:r>
              <a:rPr lang="en" sz="14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el</a:t>
            </a:r>
            <a:r>
              <a:rPr lang="en" sz="14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4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equipo</a:t>
            </a:r>
            <a:r>
              <a:rPr lang="en" sz="14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" sz="1400" b="1" i="0" u="none" strike="noStrike" cap="none" dirty="0">
              <a:solidFill>
                <a:srgbClr val="000000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4.- </a:t>
            </a:r>
            <a:r>
              <a:rPr lang="en" sz="14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Entregables</a:t>
            </a:r>
            <a:r>
              <a:rPr lang="en" sz="14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4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frecuentes</a:t>
            </a:r>
            <a:r>
              <a:rPr lang="en" sz="14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4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en</a:t>
            </a:r>
            <a:r>
              <a:rPr lang="en" sz="14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4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cada</a:t>
            </a:r>
            <a:r>
              <a:rPr lang="en" sz="14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sprint.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" sz="1400" b="1" i="0" u="none" strike="noStrike" cap="none" dirty="0">
              <a:solidFill>
                <a:srgbClr val="000000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5.- </a:t>
            </a:r>
            <a:r>
              <a:rPr lang="en" sz="14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Promueve</a:t>
            </a:r>
            <a:r>
              <a:rPr lang="en" sz="14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4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trabajo</a:t>
            </a:r>
            <a:r>
              <a:rPr lang="en" sz="14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4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en</a:t>
            </a:r>
            <a:r>
              <a:rPr lang="en" sz="14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4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equipo</a:t>
            </a:r>
            <a:r>
              <a:rPr lang="en" sz="14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, </a:t>
            </a:r>
            <a:r>
              <a:rPr lang="en" sz="14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transparencia</a:t>
            </a:r>
            <a:r>
              <a:rPr lang="en" sz="14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y </a:t>
            </a:r>
            <a:r>
              <a:rPr lang="en" sz="1400" b="0" i="0" u="none" strike="noStrike" cap="none" dirty="0" err="1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mejora</a:t>
            </a:r>
            <a:r>
              <a:rPr lang="en" sz="1400" b="0" i="0" u="none" strike="noStrike" cap="none" dirty="0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 continua.</a:t>
            </a:r>
            <a:endParaRPr sz="1400" b="0" i="0" u="none" strike="noStrike" cap="none" dirty="0">
              <a:solidFill>
                <a:srgbClr val="000000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pic>
        <p:nvPicPr>
          <p:cNvPr id="735" name="Google Shape;735;p10" descr="Archivo:Logo DuocUC.sv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04270" y="-26478"/>
            <a:ext cx="1939730" cy="520156"/>
          </a:xfrm>
          <a:prstGeom prst="rect">
            <a:avLst/>
          </a:prstGeom>
          <a:noFill/>
          <a:ln>
            <a:noFill/>
          </a:ln>
        </p:spPr>
      </p:pic>
      <p:sp>
        <p:nvSpPr>
          <p:cNvPr id="736" name="Google Shape;736;p10"/>
          <p:cNvSpPr/>
          <p:nvPr/>
        </p:nvSpPr>
        <p:spPr>
          <a:xfrm>
            <a:off x="63795" y="80924"/>
            <a:ext cx="389861" cy="344378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9771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sz="2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7" name="Google Shape;737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74400" y="1318650"/>
            <a:ext cx="4906499" cy="2453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000" dirty="0"/>
              <a:t>Roles</a:t>
            </a:r>
            <a:endParaRPr sz="3000" dirty="0"/>
          </a:p>
        </p:txBody>
      </p:sp>
      <p:sp>
        <p:nvSpPr>
          <p:cNvPr id="763" name="Google Shape;763;p11"/>
          <p:cNvSpPr txBox="1">
            <a:spLocks noGrp="1"/>
          </p:cNvSpPr>
          <p:nvPr>
            <p:ph type="subTitle" idx="1"/>
          </p:nvPr>
        </p:nvSpPr>
        <p:spPr>
          <a:xfrm>
            <a:off x="6347246" y="3727099"/>
            <a:ext cx="1737600" cy="7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000" b="1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Percy </a:t>
            </a:r>
            <a:r>
              <a:rPr lang="en" sz="2000" b="1" dirty="0" err="1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Santibañez</a:t>
            </a:r>
            <a:endParaRPr sz="2000" b="1" dirty="0">
              <a:solidFill>
                <a:schemeClr val="bg1">
                  <a:lumMod val="10000"/>
                </a:schemeClr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764" name="Google Shape;764;p11"/>
          <p:cNvSpPr txBox="1">
            <a:spLocks noGrp="1"/>
          </p:cNvSpPr>
          <p:nvPr>
            <p:ph type="subTitle" idx="2"/>
          </p:nvPr>
        </p:nvSpPr>
        <p:spPr>
          <a:xfrm>
            <a:off x="4210458" y="3621151"/>
            <a:ext cx="1835969" cy="837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s-CL" sz="2000" dirty="0">
                <a:latin typeface="Catamaran"/>
                <a:ea typeface="Catamaran"/>
                <a:cs typeface="Catamaran"/>
                <a:sym typeface="Catamaran"/>
              </a:rPr>
              <a:t>Francisco Salvado</a:t>
            </a:r>
          </a:p>
        </p:txBody>
      </p:sp>
      <p:sp>
        <p:nvSpPr>
          <p:cNvPr id="765" name="Google Shape;765;p11"/>
          <p:cNvSpPr txBox="1">
            <a:spLocks noGrp="1"/>
          </p:cNvSpPr>
          <p:nvPr>
            <p:ph type="subTitle" idx="3"/>
          </p:nvPr>
        </p:nvSpPr>
        <p:spPr>
          <a:xfrm>
            <a:off x="1395917" y="3709989"/>
            <a:ext cx="1737600" cy="7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000" b="1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Isis</a:t>
            </a:r>
            <a:endParaRPr sz="2000" b="1" dirty="0">
              <a:solidFill>
                <a:schemeClr val="bg1">
                  <a:lumMod val="10000"/>
                </a:schemeClr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s-419" sz="2000" b="1" dirty="0">
                <a:solidFill>
                  <a:schemeClr val="bg1">
                    <a:lumMod val="10000"/>
                  </a:schemeClr>
                </a:solidFill>
                <a:latin typeface="Catamaran"/>
                <a:ea typeface="Catamaran"/>
                <a:cs typeface="Catamaran"/>
                <a:sym typeface="Catamaran"/>
              </a:rPr>
              <a:t>Maldonado</a:t>
            </a:r>
            <a:endParaRPr sz="2000" b="1" dirty="0">
              <a:solidFill>
                <a:schemeClr val="bg1">
                  <a:lumMod val="10000"/>
                </a:schemeClr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766" name="Google Shape;766;p11"/>
          <p:cNvSpPr txBox="1">
            <a:spLocks noGrp="1"/>
          </p:cNvSpPr>
          <p:nvPr>
            <p:ph type="subTitle" idx="4"/>
          </p:nvPr>
        </p:nvSpPr>
        <p:spPr>
          <a:xfrm>
            <a:off x="204681" y="1427287"/>
            <a:ext cx="1737600" cy="7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000">
                <a:latin typeface="Catamaran"/>
                <a:ea typeface="Catamaran"/>
                <a:cs typeface="Catamaran"/>
                <a:sym typeface="Catamaran"/>
              </a:rPr>
              <a:t>Product Owner</a:t>
            </a:r>
            <a:endParaRPr sz="2000"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762" name="Google Shape;762;p11"/>
          <p:cNvSpPr txBox="1">
            <a:spLocks noGrp="1"/>
          </p:cNvSpPr>
          <p:nvPr>
            <p:ph type="subTitle" idx="5"/>
          </p:nvPr>
        </p:nvSpPr>
        <p:spPr>
          <a:xfrm>
            <a:off x="55280" y="3709989"/>
            <a:ext cx="1737600" cy="7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000" b="1" dirty="0">
                <a:latin typeface="Catamaran"/>
                <a:ea typeface="Catamaran"/>
                <a:cs typeface="Catamaran"/>
                <a:sym typeface="Catamaran"/>
              </a:rPr>
              <a:t>Claudio</a:t>
            </a:r>
            <a:endParaRPr sz="2000" b="1" dirty="0">
              <a:latin typeface="Catamaran"/>
              <a:ea typeface="Catamaran"/>
              <a:cs typeface="Catamaran"/>
              <a:sym typeface="Catamar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000" b="1" dirty="0"/>
              <a:t>Valdivia</a:t>
            </a:r>
            <a:endParaRPr sz="2000" b="1" dirty="0"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759" name="Google Shape;759;p11"/>
          <p:cNvSpPr txBox="1">
            <a:spLocks noGrp="1"/>
          </p:cNvSpPr>
          <p:nvPr>
            <p:ph type="subTitle" idx="6"/>
          </p:nvPr>
        </p:nvSpPr>
        <p:spPr>
          <a:xfrm>
            <a:off x="2654213" y="1488557"/>
            <a:ext cx="1737600" cy="7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000" dirty="0">
                <a:latin typeface="Catamaran"/>
                <a:ea typeface="Catamaran"/>
                <a:cs typeface="Catamaran"/>
                <a:sym typeface="Catamaran"/>
              </a:rPr>
              <a:t>Product Owner</a:t>
            </a:r>
            <a:endParaRPr sz="2000" dirty="0"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744" name="Google Shape;744;p11"/>
          <p:cNvSpPr txBox="1">
            <a:spLocks noGrp="1"/>
          </p:cNvSpPr>
          <p:nvPr>
            <p:ph type="subTitle" idx="4294967295"/>
          </p:nvPr>
        </p:nvSpPr>
        <p:spPr>
          <a:xfrm>
            <a:off x="7405688" y="3727450"/>
            <a:ext cx="1738312" cy="744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000" b="1" dirty="0">
                <a:latin typeface="Catamaran"/>
                <a:ea typeface="Catamaran"/>
                <a:cs typeface="Catamaran"/>
                <a:sym typeface="Catamaran"/>
              </a:rPr>
              <a:t>Eduardo </a:t>
            </a:r>
            <a:r>
              <a:rPr lang="en" sz="2000" b="1" dirty="0"/>
              <a:t>V</a:t>
            </a:r>
            <a:r>
              <a:rPr lang="en" sz="2000" b="1" dirty="0">
                <a:latin typeface="Catamaran"/>
                <a:ea typeface="Catamaran"/>
                <a:cs typeface="Catamaran"/>
                <a:sym typeface="Catamaran"/>
              </a:rPr>
              <a:t>illegas</a:t>
            </a:r>
            <a:endParaRPr sz="2000" b="1" dirty="0"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746" name="Google Shape;746;p11"/>
          <p:cNvSpPr/>
          <p:nvPr/>
        </p:nvSpPr>
        <p:spPr>
          <a:xfrm>
            <a:off x="3662237" y="682233"/>
            <a:ext cx="207300" cy="2070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11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6" name="Google Shape;756;p11" descr="Imagen generada"/>
          <p:cNvPicPr preferRelativeResize="0"/>
          <p:nvPr/>
        </p:nvPicPr>
        <p:blipFill rotWithShape="1">
          <a:blip r:embed="rId3">
            <a:alphaModFix/>
          </a:blip>
          <a:srcRect l="9669" r="11014"/>
          <a:stretch>
            <a:fillRect/>
          </a:stretch>
        </p:blipFill>
        <p:spPr>
          <a:xfrm>
            <a:off x="4519589" y="2189548"/>
            <a:ext cx="1087530" cy="1371134"/>
          </a:xfrm>
          <a:prstGeom prst="rect">
            <a:avLst/>
          </a:prstGeom>
          <a:noFill/>
          <a:ln w="38100" cap="sq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2745"/>
              </a:srgbClr>
            </a:outerShdw>
          </a:effectLst>
        </p:spPr>
      </p:pic>
      <p:pic>
        <p:nvPicPr>
          <p:cNvPr id="757" name="Google Shape;757;p11" descr="Archivo:Logo DuocUC.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02475" y="16284"/>
            <a:ext cx="1939730" cy="520156"/>
          </a:xfrm>
          <a:prstGeom prst="rect">
            <a:avLst/>
          </a:prstGeom>
          <a:noFill/>
          <a:ln>
            <a:noFill/>
          </a:ln>
        </p:spPr>
      </p:pic>
      <p:pic>
        <p:nvPicPr>
          <p:cNvPr id="758" name="Google Shape;758;p1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5400000">
            <a:off x="7795763" y="2329989"/>
            <a:ext cx="1379292" cy="1034469"/>
          </a:xfrm>
          <a:prstGeom prst="rect">
            <a:avLst/>
          </a:prstGeom>
          <a:noFill/>
          <a:ln w="38100" cap="sq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2745"/>
              </a:srgbClr>
            </a:outerShdw>
          </a:effectLst>
        </p:spPr>
      </p:pic>
      <p:pic>
        <p:nvPicPr>
          <p:cNvPr id="760" name="Google Shape;760;p11"/>
          <p:cNvPicPr preferRelativeResize="0"/>
          <p:nvPr/>
        </p:nvPicPr>
        <p:blipFill rotWithShape="1">
          <a:blip r:embed="rId6">
            <a:alphaModFix/>
          </a:blip>
          <a:srcRect l="15043" r="13781"/>
          <a:stretch>
            <a:fillRect/>
          </a:stretch>
        </p:blipFill>
        <p:spPr>
          <a:xfrm>
            <a:off x="6640475" y="2171587"/>
            <a:ext cx="1034470" cy="1371134"/>
          </a:xfrm>
          <a:prstGeom prst="rect">
            <a:avLst/>
          </a:prstGeom>
          <a:noFill/>
          <a:ln w="38100" cap="sq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2745"/>
              </a:srgbClr>
            </a:outerShdw>
          </a:effectLst>
        </p:spPr>
      </p:pic>
      <p:sp>
        <p:nvSpPr>
          <p:cNvPr id="761" name="Google Shape;761;p11"/>
          <p:cNvSpPr/>
          <p:nvPr/>
        </p:nvSpPr>
        <p:spPr>
          <a:xfrm>
            <a:off x="63795" y="80924"/>
            <a:ext cx="467833" cy="344378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9771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2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50" name="Picture 2" descr="Profile photo of Claudio Valdivia Parra">
            <a:extLst>
              <a:ext uri="{FF2B5EF4-FFF2-40B4-BE49-F238E27FC236}">
                <a16:creationId xmlns:a16="http://schemas.microsoft.com/office/drawing/2014/main" id="{70D8C2DF-1C8E-9D3B-8C93-EF31DA5A32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87" t="5950"/>
          <a:stretch>
            <a:fillRect/>
          </a:stretch>
        </p:blipFill>
        <p:spPr bwMode="auto">
          <a:xfrm>
            <a:off x="446201" y="2198426"/>
            <a:ext cx="1106636" cy="1344295"/>
          </a:xfrm>
          <a:prstGeom prst="rect">
            <a:avLst/>
          </a:prstGeom>
          <a:noFill/>
          <a:ln w="38100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5BC08F39-F7EF-55EF-F7A1-882E34BA50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829" t="30465" r="31698" b="52634"/>
          <a:stretch>
            <a:fillRect/>
          </a:stretch>
        </p:blipFill>
        <p:spPr bwMode="auto">
          <a:xfrm>
            <a:off x="1771769" y="2198425"/>
            <a:ext cx="1151196" cy="1344295"/>
          </a:xfrm>
          <a:prstGeom prst="rect">
            <a:avLst/>
          </a:prstGeom>
          <a:noFill/>
          <a:ln w="38100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Profile photo of Kimberly Villalobos">
            <a:extLst>
              <a:ext uri="{FF2B5EF4-FFF2-40B4-BE49-F238E27FC236}">
                <a16:creationId xmlns:a16="http://schemas.microsoft.com/office/drawing/2014/main" id="{D64BCF24-D444-5D32-512A-6F0F2C8B02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33" t="8049" r="13535"/>
          <a:stretch>
            <a:fillRect/>
          </a:stretch>
        </p:blipFill>
        <p:spPr bwMode="auto">
          <a:xfrm>
            <a:off x="3151725" y="2213487"/>
            <a:ext cx="1087530" cy="1371134"/>
          </a:xfrm>
          <a:prstGeom prst="rect">
            <a:avLst/>
          </a:prstGeom>
          <a:noFill/>
          <a:ln w="38100" cap="sq">
            <a:solidFill>
              <a:srgbClr val="000000"/>
            </a:solidFill>
            <a:miter lim="800000"/>
          </a:ln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759;p11">
            <a:extLst>
              <a:ext uri="{FF2B5EF4-FFF2-40B4-BE49-F238E27FC236}">
                <a16:creationId xmlns:a16="http://schemas.microsoft.com/office/drawing/2014/main" id="{F575B953-C5E5-F0DF-0F07-377DF34136BC}"/>
              </a:ext>
            </a:extLst>
          </p:cNvPr>
          <p:cNvSpPr txBox="1">
            <a:spLocks/>
          </p:cNvSpPr>
          <p:nvPr/>
        </p:nvSpPr>
        <p:spPr>
          <a:xfrm>
            <a:off x="1344923" y="1439220"/>
            <a:ext cx="1737600" cy="7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tamaran"/>
              <a:buNone/>
              <a:defRPr sz="2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tamaran"/>
              <a:buNone/>
              <a:defRPr sz="22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tamaran"/>
              <a:buNone/>
              <a:defRPr sz="22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tamaran"/>
              <a:buNone/>
              <a:defRPr sz="22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tamaran"/>
              <a:buNone/>
              <a:defRPr sz="22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tamaran"/>
              <a:buNone/>
              <a:defRPr sz="22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tamaran"/>
              <a:buNone/>
              <a:defRPr sz="22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tamaran"/>
              <a:buNone/>
              <a:defRPr sz="22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tamaran"/>
              <a:buNone/>
              <a:defRPr sz="22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marL="0" indent="0"/>
            <a:r>
              <a:rPr lang="es-CL" sz="2000">
                <a:latin typeface="Catamaran"/>
                <a:ea typeface="Catamaran"/>
                <a:cs typeface="Catamaran"/>
                <a:sym typeface="Catamaran"/>
              </a:rPr>
              <a:t>Product Owner</a:t>
            </a:r>
            <a:endParaRPr lang="es-CL" sz="2000" dirty="0"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3" name="Google Shape;765;p11">
            <a:extLst>
              <a:ext uri="{FF2B5EF4-FFF2-40B4-BE49-F238E27FC236}">
                <a16:creationId xmlns:a16="http://schemas.microsoft.com/office/drawing/2014/main" id="{01A4110E-6040-6630-B8C1-6899AC24A9BB}"/>
              </a:ext>
            </a:extLst>
          </p:cNvPr>
          <p:cNvSpPr txBox="1">
            <a:spLocks/>
          </p:cNvSpPr>
          <p:nvPr/>
        </p:nvSpPr>
        <p:spPr>
          <a:xfrm>
            <a:off x="2826690" y="3709989"/>
            <a:ext cx="1737600" cy="7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None/>
              <a:defRPr sz="14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None/>
              <a:defRPr sz="14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None/>
              <a:defRPr sz="14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None/>
              <a:defRPr sz="14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None/>
              <a:defRPr sz="14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None/>
              <a:defRPr sz="14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None/>
              <a:defRPr sz="14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None/>
              <a:defRPr sz="14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None/>
              <a:defRPr sz="14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marL="0" indent="0">
              <a:buSzPts val="2200"/>
            </a:pPr>
            <a:r>
              <a:rPr lang="es-CL" sz="2000" b="1" dirty="0">
                <a:solidFill>
                  <a:schemeClr val="bg1">
                    <a:lumMod val="10000"/>
                  </a:schemeClr>
                </a:solidFill>
              </a:rPr>
              <a:t>Kimberly  Villalobos</a:t>
            </a:r>
          </a:p>
        </p:txBody>
      </p:sp>
      <p:sp>
        <p:nvSpPr>
          <p:cNvPr id="4" name="Google Shape;759;p11">
            <a:extLst>
              <a:ext uri="{FF2B5EF4-FFF2-40B4-BE49-F238E27FC236}">
                <a16:creationId xmlns:a16="http://schemas.microsoft.com/office/drawing/2014/main" id="{2858CAAF-BE75-1ABD-D142-68345A8A332E}"/>
              </a:ext>
            </a:extLst>
          </p:cNvPr>
          <p:cNvSpPr txBox="1">
            <a:spLocks/>
          </p:cNvSpPr>
          <p:nvPr/>
        </p:nvSpPr>
        <p:spPr>
          <a:xfrm>
            <a:off x="4259642" y="1308728"/>
            <a:ext cx="1737600" cy="7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tamaran"/>
              <a:buNone/>
              <a:defRPr sz="2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tamaran"/>
              <a:buNone/>
              <a:defRPr sz="22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tamaran"/>
              <a:buNone/>
              <a:defRPr sz="22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tamaran"/>
              <a:buNone/>
              <a:defRPr sz="22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tamaran"/>
              <a:buNone/>
              <a:defRPr sz="22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tamaran"/>
              <a:buNone/>
              <a:defRPr sz="22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tamaran"/>
              <a:buNone/>
              <a:defRPr sz="22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tamaran"/>
              <a:buNone/>
              <a:defRPr sz="22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tamaran"/>
              <a:buNone/>
              <a:defRPr sz="22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marL="0" lvl="0" indent="0"/>
            <a:r>
              <a:rPr lang="es-CL" sz="2000" dirty="0" err="1">
                <a:latin typeface="Catamaran"/>
                <a:ea typeface="Catamaran"/>
                <a:cs typeface="Catamaran"/>
                <a:sym typeface="Catamaran"/>
              </a:rPr>
              <a:t>Stakeholder</a:t>
            </a:r>
            <a:endParaRPr lang="es-CL" sz="2000" dirty="0"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5" name="Google Shape;759;p11">
            <a:extLst>
              <a:ext uri="{FF2B5EF4-FFF2-40B4-BE49-F238E27FC236}">
                <a16:creationId xmlns:a16="http://schemas.microsoft.com/office/drawing/2014/main" id="{55AE4BDC-C673-4BC2-C2D4-0D254C52C0F6}"/>
              </a:ext>
            </a:extLst>
          </p:cNvPr>
          <p:cNvSpPr txBox="1">
            <a:spLocks/>
          </p:cNvSpPr>
          <p:nvPr/>
        </p:nvSpPr>
        <p:spPr>
          <a:xfrm>
            <a:off x="6233675" y="1425839"/>
            <a:ext cx="1737600" cy="7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tamaran"/>
              <a:buNone/>
              <a:defRPr sz="2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tamaran"/>
              <a:buNone/>
              <a:defRPr sz="22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tamaran"/>
              <a:buNone/>
              <a:defRPr sz="22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tamaran"/>
              <a:buNone/>
              <a:defRPr sz="22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tamaran"/>
              <a:buNone/>
              <a:defRPr sz="22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tamaran"/>
              <a:buNone/>
              <a:defRPr sz="22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tamaran"/>
              <a:buNone/>
              <a:defRPr sz="22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tamaran"/>
              <a:buNone/>
              <a:defRPr sz="22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tamaran"/>
              <a:buNone/>
              <a:defRPr sz="22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marL="0" lvl="0" indent="0"/>
            <a:r>
              <a:rPr lang="es-CL" sz="2000" dirty="0">
                <a:latin typeface="Catamaran"/>
                <a:ea typeface="Catamaran"/>
                <a:cs typeface="Catamaran"/>
                <a:sym typeface="Catamaran"/>
              </a:rPr>
              <a:t>Scrum </a:t>
            </a:r>
          </a:p>
          <a:p>
            <a:pPr marL="0" lvl="0" indent="0"/>
            <a:r>
              <a:rPr lang="es-CL" sz="2000" dirty="0" err="1">
                <a:latin typeface="Catamaran"/>
                <a:ea typeface="Catamaran"/>
                <a:cs typeface="Catamaran"/>
                <a:sym typeface="Catamaran"/>
              </a:rPr>
              <a:t>Teams</a:t>
            </a:r>
            <a:endParaRPr lang="es-CL" sz="2000" dirty="0"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6" name="Google Shape;759;p11">
            <a:extLst>
              <a:ext uri="{FF2B5EF4-FFF2-40B4-BE49-F238E27FC236}">
                <a16:creationId xmlns:a16="http://schemas.microsoft.com/office/drawing/2014/main" id="{3D93FCF3-752E-EE52-AE92-8A9B5F741EDE}"/>
              </a:ext>
            </a:extLst>
          </p:cNvPr>
          <p:cNvSpPr txBox="1">
            <a:spLocks/>
          </p:cNvSpPr>
          <p:nvPr/>
        </p:nvSpPr>
        <p:spPr>
          <a:xfrm>
            <a:off x="7561925" y="1412553"/>
            <a:ext cx="1737600" cy="7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tamaran"/>
              <a:buNone/>
              <a:defRPr sz="2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tamaran"/>
              <a:buNone/>
              <a:defRPr sz="22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tamaran"/>
              <a:buNone/>
              <a:defRPr sz="22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tamaran"/>
              <a:buNone/>
              <a:defRPr sz="22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tamaran"/>
              <a:buNone/>
              <a:defRPr sz="22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tamaran"/>
              <a:buNone/>
              <a:defRPr sz="22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tamaran"/>
              <a:buNone/>
              <a:defRPr sz="22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tamaran"/>
              <a:buNone/>
              <a:defRPr sz="22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tamaran"/>
              <a:buNone/>
              <a:defRPr sz="22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marL="0" lvl="0" indent="0"/>
            <a:r>
              <a:rPr lang="es-CL" sz="2000" dirty="0">
                <a:latin typeface="Catamaran"/>
                <a:ea typeface="Catamaran"/>
                <a:cs typeface="Catamaran"/>
                <a:sym typeface="Catamaran"/>
              </a:rPr>
              <a:t>Scrum</a:t>
            </a:r>
          </a:p>
          <a:p>
            <a:pPr marL="0" lvl="0" indent="0"/>
            <a:r>
              <a:rPr lang="es-CL" sz="2000" dirty="0">
                <a:latin typeface="Catamaran"/>
                <a:ea typeface="Catamaran"/>
                <a:cs typeface="Catamaran"/>
                <a:sym typeface="Catamaran"/>
              </a:rPr>
              <a:t> Master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12"/>
          <p:cNvSpPr txBox="1">
            <a:spLocks noGrp="1"/>
          </p:cNvSpPr>
          <p:nvPr>
            <p:ph type="title"/>
          </p:nvPr>
        </p:nvSpPr>
        <p:spPr>
          <a:xfrm>
            <a:off x="3690138" y="495705"/>
            <a:ext cx="1659373" cy="449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2400" dirty="0" err="1">
                <a:solidFill>
                  <a:schemeClr val="tx1"/>
                </a:solidFill>
              </a:rPr>
              <a:t>Evidencias</a:t>
            </a:r>
            <a:endParaRPr sz="2400" dirty="0">
              <a:solidFill>
                <a:schemeClr val="tx1"/>
              </a:solidFill>
            </a:endParaRPr>
          </a:p>
        </p:txBody>
      </p:sp>
      <p:sp>
        <p:nvSpPr>
          <p:cNvPr id="773" name="Google Shape;773;p12"/>
          <p:cNvSpPr/>
          <p:nvPr/>
        </p:nvSpPr>
        <p:spPr>
          <a:xfrm>
            <a:off x="3400050" y="617161"/>
            <a:ext cx="207300" cy="207000"/>
          </a:xfrm>
          <a:prstGeom prst="ellipse">
            <a:avLst/>
          </a:prstGeom>
          <a:solidFill>
            <a:schemeClr val="accent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5" name="Google Shape;775;p12" descr="Archivo:Logo DuocUC.sv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92277" y="29711"/>
            <a:ext cx="1939730" cy="520156"/>
          </a:xfrm>
          <a:prstGeom prst="rect">
            <a:avLst/>
          </a:prstGeom>
          <a:noFill/>
          <a:ln>
            <a:noFill/>
          </a:ln>
        </p:spPr>
      </p:pic>
      <p:sp>
        <p:nvSpPr>
          <p:cNvPr id="777" name="Google Shape;777;p12"/>
          <p:cNvSpPr/>
          <p:nvPr/>
        </p:nvSpPr>
        <p:spPr>
          <a:xfrm>
            <a:off x="63795" y="80924"/>
            <a:ext cx="467833" cy="344378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9771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2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759;p11">
            <a:extLst>
              <a:ext uri="{FF2B5EF4-FFF2-40B4-BE49-F238E27FC236}">
                <a16:creationId xmlns:a16="http://schemas.microsoft.com/office/drawing/2014/main" id="{58C5274F-6A92-0A35-C7D9-01EE97D2F378}"/>
              </a:ext>
            </a:extLst>
          </p:cNvPr>
          <p:cNvSpPr txBox="1">
            <a:spLocks/>
          </p:cNvSpPr>
          <p:nvPr/>
        </p:nvSpPr>
        <p:spPr>
          <a:xfrm>
            <a:off x="721191" y="1375363"/>
            <a:ext cx="1737600" cy="7443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effectLst>
            <a:softEdge rad="12700"/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>
              <a:buSzPts val="2200"/>
            </a:pPr>
            <a:r>
              <a:rPr lang="es-CL" sz="2000" dirty="0" err="1"/>
              <a:t>Product</a:t>
            </a:r>
            <a:r>
              <a:rPr lang="es-CL" sz="2000" dirty="0"/>
              <a:t> Backlog</a:t>
            </a:r>
          </a:p>
        </p:txBody>
      </p:sp>
      <p:sp>
        <p:nvSpPr>
          <p:cNvPr id="3" name="Google Shape;759;p11">
            <a:extLst>
              <a:ext uri="{FF2B5EF4-FFF2-40B4-BE49-F238E27FC236}">
                <a16:creationId xmlns:a16="http://schemas.microsoft.com/office/drawing/2014/main" id="{56356063-655D-00F0-5D4B-4B3A3497A1A2}"/>
              </a:ext>
            </a:extLst>
          </p:cNvPr>
          <p:cNvSpPr txBox="1">
            <a:spLocks/>
          </p:cNvSpPr>
          <p:nvPr/>
        </p:nvSpPr>
        <p:spPr>
          <a:xfrm>
            <a:off x="721191" y="2314589"/>
            <a:ext cx="1737600" cy="744300"/>
          </a:xfrm>
          <a:prstGeom prst="rect">
            <a:avLst/>
          </a:prstGeom>
          <a:gradFill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</a:gra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>
              <a:buSzPts val="2200"/>
            </a:pPr>
            <a:r>
              <a:rPr lang="es-CL" sz="2000" dirty="0"/>
              <a:t>Diagrama de arquitectura </a:t>
            </a:r>
          </a:p>
        </p:txBody>
      </p:sp>
      <p:sp>
        <p:nvSpPr>
          <p:cNvPr id="4" name="Google Shape;759;p11">
            <a:extLst>
              <a:ext uri="{FF2B5EF4-FFF2-40B4-BE49-F238E27FC236}">
                <a16:creationId xmlns:a16="http://schemas.microsoft.com/office/drawing/2014/main" id="{0A3E5E3D-3A26-4392-DD24-70210A8A2EBA}"/>
              </a:ext>
            </a:extLst>
          </p:cNvPr>
          <p:cNvSpPr txBox="1">
            <a:spLocks/>
          </p:cNvSpPr>
          <p:nvPr/>
        </p:nvSpPr>
        <p:spPr>
          <a:xfrm>
            <a:off x="712503" y="3253815"/>
            <a:ext cx="1737600" cy="744300"/>
          </a:xfrm>
          <a:prstGeom prst="rect">
            <a:avLst/>
          </a:prstGeom>
          <a:gradFill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</a:gra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>
              <a:buSzPts val="2200"/>
            </a:pPr>
            <a:r>
              <a:rPr lang="es-CL" sz="2000" dirty="0"/>
              <a:t>Modelo Mer/Der</a:t>
            </a:r>
          </a:p>
        </p:txBody>
      </p:sp>
      <p:sp>
        <p:nvSpPr>
          <p:cNvPr id="5" name="Google Shape;759;p11">
            <a:extLst>
              <a:ext uri="{FF2B5EF4-FFF2-40B4-BE49-F238E27FC236}">
                <a16:creationId xmlns:a16="http://schemas.microsoft.com/office/drawing/2014/main" id="{43C3B2FC-BB80-A600-A725-167430F404F3}"/>
              </a:ext>
            </a:extLst>
          </p:cNvPr>
          <p:cNvSpPr txBox="1">
            <a:spLocks/>
          </p:cNvSpPr>
          <p:nvPr/>
        </p:nvSpPr>
        <p:spPr>
          <a:xfrm>
            <a:off x="3627832" y="3245256"/>
            <a:ext cx="1737600" cy="744300"/>
          </a:xfrm>
          <a:prstGeom prst="rect">
            <a:avLst/>
          </a:prstGeom>
          <a:gradFill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</a:gra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>
              <a:buSzPts val="2200"/>
            </a:pPr>
            <a:r>
              <a:rPr lang="es-CL" sz="2000" dirty="0"/>
              <a:t>Matriz de Riesgo</a:t>
            </a:r>
          </a:p>
        </p:txBody>
      </p:sp>
      <p:sp>
        <p:nvSpPr>
          <p:cNvPr id="6" name="Google Shape;759;p11">
            <a:extLst>
              <a:ext uri="{FF2B5EF4-FFF2-40B4-BE49-F238E27FC236}">
                <a16:creationId xmlns:a16="http://schemas.microsoft.com/office/drawing/2014/main" id="{315BFED4-67FF-42E5-65C4-CC8067D40C50}"/>
              </a:ext>
            </a:extLst>
          </p:cNvPr>
          <p:cNvSpPr txBox="1">
            <a:spLocks/>
          </p:cNvSpPr>
          <p:nvPr/>
        </p:nvSpPr>
        <p:spPr>
          <a:xfrm>
            <a:off x="6366726" y="3944714"/>
            <a:ext cx="1737600" cy="489452"/>
          </a:xfrm>
          <a:prstGeom prst="rect">
            <a:avLst/>
          </a:prstGeom>
          <a:gradFill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</a:gra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>
              <a:buSzPts val="2200"/>
            </a:pPr>
            <a:r>
              <a:rPr lang="es-CL" sz="2000" dirty="0"/>
              <a:t>Kanban</a:t>
            </a:r>
          </a:p>
        </p:txBody>
      </p:sp>
      <p:sp>
        <p:nvSpPr>
          <p:cNvPr id="7" name="Google Shape;759;p11">
            <a:extLst>
              <a:ext uri="{FF2B5EF4-FFF2-40B4-BE49-F238E27FC236}">
                <a16:creationId xmlns:a16="http://schemas.microsoft.com/office/drawing/2014/main" id="{B23DC785-C8E1-AC10-3755-99C02778A5B6}"/>
              </a:ext>
            </a:extLst>
          </p:cNvPr>
          <p:cNvSpPr txBox="1">
            <a:spLocks/>
          </p:cNvSpPr>
          <p:nvPr/>
        </p:nvSpPr>
        <p:spPr>
          <a:xfrm>
            <a:off x="3585107" y="1375363"/>
            <a:ext cx="1737600" cy="744300"/>
          </a:xfrm>
          <a:prstGeom prst="rect">
            <a:avLst/>
          </a:prstGeom>
          <a:gradFill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</a:gra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>
              <a:buSzPts val="2200"/>
            </a:pPr>
            <a:r>
              <a:rPr lang="es-CL" sz="2000" dirty="0" err="1"/>
              <a:t>Burndown</a:t>
            </a:r>
            <a:r>
              <a:rPr lang="es-CL" sz="2000" dirty="0"/>
              <a:t> Chart</a:t>
            </a:r>
          </a:p>
        </p:txBody>
      </p:sp>
      <p:sp>
        <p:nvSpPr>
          <p:cNvPr id="8" name="Google Shape;759;p11">
            <a:extLst>
              <a:ext uri="{FF2B5EF4-FFF2-40B4-BE49-F238E27FC236}">
                <a16:creationId xmlns:a16="http://schemas.microsoft.com/office/drawing/2014/main" id="{662BDC0C-842E-40C9-C796-AEE286E8C3C0}"/>
              </a:ext>
            </a:extLst>
          </p:cNvPr>
          <p:cNvSpPr txBox="1">
            <a:spLocks/>
          </p:cNvSpPr>
          <p:nvPr/>
        </p:nvSpPr>
        <p:spPr>
          <a:xfrm>
            <a:off x="6366726" y="1370922"/>
            <a:ext cx="1737600" cy="744300"/>
          </a:xfrm>
          <a:prstGeom prst="rect">
            <a:avLst/>
          </a:prstGeom>
          <a:gradFill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</a:gra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>
              <a:buSzPts val="2200"/>
            </a:pPr>
            <a:r>
              <a:rPr lang="es-CL" sz="2000" dirty="0" err="1"/>
              <a:t>Impediment</a:t>
            </a:r>
            <a:r>
              <a:rPr lang="es-CL" sz="2000" dirty="0"/>
              <a:t> Log </a:t>
            </a:r>
          </a:p>
        </p:txBody>
      </p:sp>
      <p:sp>
        <p:nvSpPr>
          <p:cNvPr id="9" name="Google Shape;759;p11">
            <a:extLst>
              <a:ext uri="{FF2B5EF4-FFF2-40B4-BE49-F238E27FC236}">
                <a16:creationId xmlns:a16="http://schemas.microsoft.com/office/drawing/2014/main" id="{6A96FE86-7E6C-30FB-07F7-34F1869A5AC3}"/>
              </a:ext>
            </a:extLst>
          </p:cNvPr>
          <p:cNvSpPr txBox="1">
            <a:spLocks/>
          </p:cNvSpPr>
          <p:nvPr/>
        </p:nvSpPr>
        <p:spPr>
          <a:xfrm>
            <a:off x="6366726" y="3253815"/>
            <a:ext cx="1737600" cy="536458"/>
          </a:xfrm>
          <a:prstGeom prst="rect">
            <a:avLst/>
          </a:prstGeom>
          <a:gradFill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</a:gra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>
              <a:buSzPts val="2200"/>
            </a:pPr>
            <a:r>
              <a:rPr lang="es-CL" sz="2000" dirty="0"/>
              <a:t>Sprint </a:t>
            </a:r>
            <a:r>
              <a:rPr lang="es-CL" sz="2000" dirty="0" err="1"/>
              <a:t>review</a:t>
            </a:r>
            <a:endParaRPr lang="es-CL" sz="2000" dirty="0"/>
          </a:p>
        </p:txBody>
      </p:sp>
      <p:sp>
        <p:nvSpPr>
          <p:cNvPr id="16" name="Google Shape;759;p11">
            <a:extLst>
              <a:ext uri="{FF2B5EF4-FFF2-40B4-BE49-F238E27FC236}">
                <a16:creationId xmlns:a16="http://schemas.microsoft.com/office/drawing/2014/main" id="{E52D48CA-081C-8BB0-B21F-7CA21D97EAF5}"/>
              </a:ext>
            </a:extLst>
          </p:cNvPr>
          <p:cNvSpPr txBox="1">
            <a:spLocks/>
          </p:cNvSpPr>
          <p:nvPr/>
        </p:nvSpPr>
        <p:spPr>
          <a:xfrm>
            <a:off x="6366726" y="2314589"/>
            <a:ext cx="1737600" cy="744300"/>
          </a:xfrm>
          <a:prstGeom prst="rect">
            <a:avLst/>
          </a:prstGeom>
          <a:gradFill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</a:gra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>
              <a:buSzPts val="2200"/>
            </a:pPr>
            <a:r>
              <a:rPr lang="es-CL" sz="2000" dirty="0"/>
              <a:t>Sprint Retrospective </a:t>
            </a:r>
          </a:p>
        </p:txBody>
      </p:sp>
      <p:sp>
        <p:nvSpPr>
          <p:cNvPr id="17" name="Google Shape;759;p11">
            <a:extLst>
              <a:ext uri="{FF2B5EF4-FFF2-40B4-BE49-F238E27FC236}">
                <a16:creationId xmlns:a16="http://schemas.microsoft.com/office/drawing/2014/main" id="{6265E943-69F9-8C81-7DC3-553BF42EA72E}"/>
              </a:ext>
            </a:extLst>
          </p:cNvPr>
          <p:cNvSpPr txBox="1">
            <a:spLocks/>
          </p:cNvSpPr>
          <p:nvPr/>
        </p:nvSpPr>
        <p:spPr>
          <a:xfrm>
            <a:off x="3585107" y="2304996"/>
            <a:ext cx="1737600" cy="744300"/>
          </a:xfrm>
          <a:prstGeom prst="rect">
            <a:avLst/>
          </a:prstGeom>
          <a:gradFill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</a:gra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>
              <a:buSzPts val="2200"/>
            </a:pPr>
            <a:r>
              <a:rPr lang="es-CL" sz="2000" dirty="0"/>
              <a:t>Historias de usuarios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000"/>
              <a:t>Epicas</a:t>
            </a:r>
            <a:endParaRPr sz="3000"/>
          </a:p>
        </p:txBody>
      </p:sp>
      <p:sp>
        <p:nvSpPr>
          <p:cNvPr id="784" name="Google Shape;784;p13"/>
          <p:cNvSpPr txBox="1"/>
          <p:nvPr/>
        </p:nvSpPr>
        <p:spPr>
          <a:xfrm>
            <a:off x="8242788" y="120050"/>
            <a:ext cx="638100" cy="2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rPr>
              <a:t>95%</a:t>
            </a:r>
            <a:endParaRPr sz="1400" b="1" i="0" u="none" strike="noStrike" cap="none">
              <a:solidFill>
                <a:schemeClr val="dk2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785" name="Google Shape;785;p13"/>
          <p:cNvSpPr/>
          <p:nvPr/>
        </p:nvSpPr>
        <p:spPr>
          <a:xfrm>
            <a:off x="3697477" y="710515"/>
            <a:ext cx="207300" cy="207000"/>
          </a:xfrm>
          <a:prstGeom prst="ellipse">
            <a:avLst/>
          </a:prstGeom>
          <a:solidFill>
            <a:schemeClr val="accent5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13"/>
          <p:cNvSpPr txBox="1"/>
          <p:nvPr/>
        </p:nvSpPr>
        <p:spPr>
          <a:xfrm>
            <a:off x="3607350" y="120050"/>
            <a:ext cx="1929300" cy="2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tamaran"/>
              <a:buNone/>
            </a:pPr>
            <a:r>
              <a:rPr lang="en" sz="2000" b="1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05/09/2025</a:t>
            </a:r>
            <a:endParaRPr sz="2000" b="1" i="0" u="none" strike="noStrike" cap="none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pic>
        <p:nvPicPr>
          <p:cNvPr id="787" name="Google Shape;787;p13" descr="Archivo:Logo DuocUC.sv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49860" y="-45235"/>
            <a:ext cx="1939730" cy="520156"/>
          </a:xfrm>
          <a:prstGeom prst="rect">
            <a:avLst/>
          </a:prstGeom>
          <a:noFill/>
          <a:ln>
            <a:noFill/>
          </a:ln>
        </p:spPr>
      </p:pic>
      <p:sp>
        <p:nvSpPr>
          <p:cNvPr id="788" name="Google Shape;788;p13"/>
          <p:cNvSpPr/>
          <p:nvPr/>
        </p:nvSpPr>
        <p:spPr>
          <a:xfrm>
            <a:off x="538716" y="1280879"/>
            <a:ext cx="8342172" cy="430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1.- Monitoreo en tiempo real de flujos turísticos</a:t>
            </a:r>
            <a:br>
              <a:rPr lang="en" sz="1200" b="1" i="0" u="none" strike="noStrike" cap="none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</a:br>
            <a:r>
              <a:rPr lang="en" sz="1200" b="0" i="0" u="none" strike="noStrike" cap="none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Quiero que la aplicación móvil detecte en tiempo real la densidad de personas en zonas turísticas de Valparaíso, para prevenir aglomeraciones y optimizar la experiencia de los visitantes.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2.- Visualización inteligente de datos turísticos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Quiero ver mapas de calor y alertas sobre la concentración de personas para tomar decisiones rápidas sobre itinerarios o accesos.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3.- Optimización de itinerarios turísticos</a:t>
            </a:r>
            <a:endParaRPr sz="1200" b="1" i="0" u="none" strike="noStrike" cap="none">
              <a:solidFill>
                <a:srgbClr val="000000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Quiero ver en la aplicación móvil las rutas dinámicas según la densidad de visitantes para disfrutar de una experiencia más cómoda y segura sin grandes multitudes.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4.- Redistribución de flujos turísticos hacia zonas menos saturadas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Quiero promover zonas alternativas cuando los puntos turísticos principales estén saturados para reducir la presión sobre áreas críticas y beneficiar a la comunidad local.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5.- Integración del MVP completo (dispositivo → backend → app)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Quiero asegurar que el dispositivo de monitoreo, el backend y la app estén integrados y funcionando,</a:t>
            </a:r>
            <a:br>
              <a:rPr lang="en" sz="1200" b="0" i="0" u="none" strike="noStrike" cap="none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</a:br>
            <a:r>
              <a:rPr lang="en" sz="1200" b="0" i="0" u="none" strike="noStrike" cap="none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para que la información fluya correctamente y la experiencia del usuario sea consistente.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6.- Generación de reportes e indicadores turísticos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Quiero contar con métricas sobre la ocupación, flujos y patrones de visitantes para tomar decisiones estratégicas de planificación y sostenibilidad turística.</a:t>
            </a:r>
            <a:endParaRPr sz="1200" b="0" i="0" u="none" strike="noStrike" cap="none">
              <a:solidFill>
                <a:srgbClr val="000000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rgbClr val="000000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13"/>
          <p:cNvSpPr/>
          <p:nvPr/>
        </p:nvSpPr>
        <p:spPr>
          <a:xfrm>
            <a:off x="63795" y="80924"/>
            <a:ext cx="467833" cy="344378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9771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2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14"/>
          <p:cNvSpPr txBox="1"/>
          <p:nvPr/>
        </p:nvSpPr>
        <p:spPr>
          <a:xfrm>
            <a:off x="8242788" y="120050"/>
            <a:ext cx="638100" cy="2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rPr>
              <a:t>95%</a:t>
            </a:r>
            <a:endParaRPr sz="1400" b="1" i="0" u="none" strike="noStrike" cap="none">
              <a:solidFill>
                <a:schemeClr val="dk2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795" name="Google Shape;795;p14"/>
          <p:cNvSpPr/>
          <p:nvPr/>
        </p:nvSpPr>
        <p:spPr>
          <a:xfrm>
            <a:off x="3069787" y="617270"/>
            <a:ext cx="207300" cy="207000"/>
          </a:xfrm>
          <a:prstGeom prst="ellipse">
            <a:avLst/>
          </a:prstGeom>
          <a:solidFill>
            <a:schemeClr val="accen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14"/>
          <p:cNvSpPr txBox="1"/>
          <p:nvPr/>
        </p:nvSpPr>
        <p:spPr>
          <a:xfrm>
            <a:off x="3607350" y="120050"/>
            <a:ext cx="1929300" cy="2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tamaran"/>
              <a:buNone/>
            </a:pPr>
            <a:r>
              <a:rPr lang="en" sz="2000" b="1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05/09/2025</a:t>
            </a:r>
            <a:endParaRPr sz="2000" b="1" i="0" u="none" strike="noStrike" cap="none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797" name="Google Shape;797;p14"/>
          <p:cNvSpPr txBox="1">
            <a:spLocks noGrp="1"/>
          </p:cNvSpPr>
          <p:nvPr>
            <p:ph type="title"/>
          </p:nvPr>
        </p:nvSpPr>
        <p:spPr>
          <a:xfrm>
            <a:off x="3277087" y="507502"/>
            <a:ext cx="2589825" cy="426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</a:pPr>
            <a:r>
              <a:rPr lang="en" sz="2400"/>
              <a:t>CRONOGRAMA</a:t>
            </a:r>
            <a:endParaRPr sz="2400"/>
          </a:p>
        </p:txBody>
      </p:sp>
      <p:pic>
        <p:nvPicPr>
          <p:cNvPr id="799" name="Google Shape;799;p14" descr="Archivo:Logo DuocUC.sv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49860" y="-45235"/>
            <a:ext cx="1939730" cy="520156"/>
          </a:xfrm>
          <a:prstGeom prst="rect">
            <a:avLst/>
          </a:prstGeom>
          <a:noFill/>
          <a:ln>
            <a:noFill/>
          </a:ln>
        </p:spPr>
      </p:pic>
      <p:sp>
        <p:nvSpPr>
          <p:cNvPr id="800" name="Google Shape;800;p14"/>
          <p:cNvSpPr/>
          <p:nvPr/>
        </p:nvSpPr>
        <p:spPr>
          <a:xfrm>
            <a:off x="63795" y="80924"/>
            <a:ext cx="467833" cy="344378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9771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2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1" name="Google Shape;80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84038" y="966625"/>
            <a:ext cx="5175925" cy="410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15"/>
          <p:cNvSpPr txBox="1">
            <a:spLocks noGrp="1"/>
          </p:cNvSpPr>
          <p:nvPr>
            <p:ph type="title"/>
          </p:nvPr>
        </p:nvSpPr>
        <p:spPr>
          <a:xfrm>
            <a:off x="3424512" y="609599"/>
            <a:ext cx="2294976" cy="843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</a:pPr>
            <a:r>
              <a:rPr lang="en" sz="2400"/>
              <a:t>CONCLUSION</a:t>
            </a:r>
            <a:endParaRPr sz="2400"/>
          </a:p>
        </p:txBody>
      </p:sp>
      <p:sp>
        <p:nvSpPr>
          <p:cNvPr id="809" name="Google Shape;809;p15"/>
          <p:cNvSpPr txBox="1">
            <a:spLocks noGrp="1"/>
          </p:cNvSpPr>
          <p:nvPr>
            <p:ph type="title" idx="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 sz="2000" b="1">
                <a:latin typeface="Catamaran"/>
                <a:ea typeface="Catamaran"/>
                <a:cs typeface="Catamaran"/>
                <a:sym typeface="Catamaran"/>
              </a:rPr>
              <a:t>05/09/2025</a:t>
            </a:r>
            <a:endParaRPr sz="2000" b="1"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807" name="Google Shape;807;p15"/>
          <p:cNvSpPr txBox="1"/>
          <p:nvPr/>
        </p:nvSpPr>
        <p:spPr>
          <a:xfrm>
            <a:off x="8242788" y="120050"/>
            <a:ext cx="638100" cy="2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rPr>
              <a:t>95%</a:t>
            </a:r>
            <a:endParaRPr sz="1400" b="1" i="0" u="none" strike="noStrike" cap="none">
              <a:solidFill>
                <a:schemeClr val="dk2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808" name="Google Shape;808;p15"/>
          <p:cNvSpPr/>
          <p:nvPr/>
        </p:nvSpPr>
        <p:spPr>
          <a:xfrm>
            <a:off x="3105312" y="807208"/>
            <a:ext cx="319200" cy="318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0" name="Google Shape;810;p15" descr="Archivo:Logo DuocUC.sv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49860" y="-45235"/>
            <a:ext cx="1939730" cy="520156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15"/>
          <p:cNvSpPr txBox="1"/>
          <p:nvPr/>
        </p:nvSpPr>
        <p:spPr>
          <a:xfrm>
            <a:off x="1524844" y="1657813"/>
            <a:ext cx="6463751" cy="1495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Migratio ofrece una solución innovadora al overturismo en la comuna de Valparaíso con un MVP validado en tres Sprint desde el dispositivo hasta el backend y la app, brindando a los turistas una experiencia mejorada con menos aglomeraciones e itinerarios dinámicos y beneficiando a las comunidades locales mediante la redistribución inteligente de los flujos turísticos hacia un turismo más sostenible, responsable e inteligente</a:t>
            </a:r>
            <a:endParaRPr/>
          </a:p>
        </p:txBody>
      </p:sp>
      <p:sp>
        <p:nvSpPr>
          <p:cNvPr id="812" name="Google Shape;812;p15"/>
          <p:cNvSpPr/>
          <p:nvPr/>
        </p:nvSpPr>
        <p:spPr>
          <a:xfrm>
            <a:off x="63795" y="80924"/>
            <a:ext cx="467833" cy="344378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9771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sz="2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3" name="Google Shape;813;p15" title="Diseño sin título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88600" y="299567"/>
            <a:ext cx="1704750" cy="170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obile App Pitch Deck by Slidesgo">
  <a:themeElements>
    <a:clrScheme name="Simple Light">
      <a:dk1>
        <a:srgbClr val="2D3239"/>
      </a:dk1>
      <a:lt1>
        <a:srgbClr val="FDFDFD"/>
      </a:lt1>
      <a:dk2>
        <a:srgbClr val="49505A"/>
      </a:dk2>
      <a:lt2>
        <a:srgbClr val="E2C4FF"/>
      </a:lt2>
      <a:accent1>
        <a:srgbClr val="CF9BFF"/>
      </a:accent1>
      <a:accent2>
        <a:srgbClr val="B2F0FB"/>
      </a:accent2>
      <a:accent3>
        <a:srgbClr val="51DDF6"/>
      </a:accent3>
      <a:accent4>
        <a:srgbClr val="FFF69B"/>
      </a:accent4>
      <a:accent5>
        <a:srgbClr val="FFEE33"/>
      </a:accent5>
      <a:accent6>
        <a:srgbClr val="FFFFFF"/>
      </a:accent6>
      <a:hlink>
        <a:srgbClr val="2D323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1032</TotalTime>
  <Words>1266</Words>
  <Application>Microsoft Macintosh PowerPoint</Application>
  <PresentationFormat>Presentación en pantalla (16:9)</PresentationFormat>
  <Paragraphs>162</Paragraphs>
  <Slides>17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Catamaran</vt:lpstr>
      <vt:lpstr>Arial</vt:lpstr>
      <vt:lpstr>Montserrat</vt:lpstr>
      <vt:lpstr>Mobile App Pitch Deck by Slidesgo</vt:lpstr>
      <vt:lpstr>MIGRATIO</vt:lpstr>
      <vt:lpstr>Tabla de contenido</vt:lpstr>
      <vt:lpstr>CONTEXTO</vt:lpstr>
      <vt:lpstr>Problema</vt:lpstr>
      <vt:lpstr>Necesidad</vt:lpstr>
      <vt:lpstr>Solucion</vt:lpstr>
      <vt:lpstr>Requerimientos funcionales</vt:lpstr>
      <vt:lpstr>Requerimientos no funcionales</vt:lpstr>
      <vt:lpstr>Requerimientos no funcionales</vt:lpstr>
      <vt:lpstr>Requerimientos no funcionales</vt:lpstr>
      <vt:lpstr>Arquitectura</vt:lpstr>
      <vt:lpstr>Metodología SCRUM</vt:lpstr>
      <vt:lpstr>Roles</vt:lpstr>
      <vt:lpstr>Evidencias</vt:lpstr>
      <vt:lpstr>Epicas</vt:lpstr>
      <vt:lpstr>CRONOGRAMA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Eduardo Villegas Rojas</dc:creator>
  <cp:lastModifiedBy>ELIZABETH ALEJANDRA CARVAJAL TRONCOSO</cp:lastModifiedBy>
  <cp:revision>2</cp:revision>
  <dcterms:modified xsi:type="dcterms:W3CDTF">2025-09-07T16:00:29Z</dcterms:modified>
</cp:coreProperties>
</file>